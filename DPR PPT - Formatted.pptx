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7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oject Planner" userId="2796f3a6-290a-4e3a-9ac2-09618b3657aa" providerId="ADAL" clId="{F085FAE5-EEF7-41ED-9DBA-60475FE80E41}"/>
    <pc:docChg chg="undo custSel addSld modSld">
      <pc:chgData name="Project Planner" userId="2796f3a6-290a-4e3a-9ac2-09618b3657aa" providerId="ADAL" clId="{F085FAE5-EEF7-41ED-9DBA-60475FE80E41}" dt="2026-10-23T07:22:20.976" v="232"/>
      <pc:docMkLst>
        <pc:docMk/>
      </pc:docMkLst>
      <pc:sldChg chg="modSp mod">
        <pc:chgData name="Project Planner" userId="2796f3a6-290a-4e3a-9ac2-09618b3657aa" providerId="ADAL" clId="{F085FAE5-EEF7-41ED-9DBA-60475FE80E41}" dt="2026-10-23T07:13:51.384" v="124" actId="6549"/>
        <pc:sldMkLst>
          <pc:docMk/>
          <pc:sldMk cId="0" sldId="256"/>
        </pc:sldMkLst>
        <pc:graphicFrameChg chg="modGraphic">
          <ac:chgData name="Project Planner" userId="2796f3a6-290a-4e3a-9ac2-09618b3657aa" providerId="ADAL" clId="{F085FAE5-EEF7-41ED-9DBA-60475FE80E41}" dt="2026-10-23T07:13:51.384" v="124" actId="6549"/>
          <ac:graphicFrameMkLst>
            <pc:docMk/>
            <pc:sldMk cId="0" sldId="256"/>
            <ac:graphicFrameMk id="135" creationId="{45FA0E9F-2F78-DEC6-CB1D-1B267B308BA4}"/>
          </ac:graphicFrameMkLst>
        </pc:graphicFrameChg>
      </pc:sldChg>
      <pc:sldChg chg="modSp mod">
        <pc:chgData name="Project Planner" userId="2796f3a6-290a-4e3a-9ac2-09618b3657aa" providerId="ADAL" clId="{F085FAE5-EEF7-41ED-9DBA-60475FE80E41}" dt="2026-10-23T07:13:59.261" v="125" actId="6549"/>
        <pc:sldMkLst>
          <pc:docMk/>
          <pc:sldMk cId="0" sldId="257"/>
        </pc:sldMkLst>
        <pc:spChg chg="mod">
          <ac:chgData name="Project Planner" userId="2796f3a6-290a-4e3a-9ac2-09618b3657aa" providerId="ADAL" clId="{F085FAE5-EEF7-41ED-9DBA-60475FE80E41}" dt="2026-10-19T12:21:26.134" v="122" actId="1076"/>
          <ac:spMkLst>
            <pc:docMk/>
            <pc:sldMk cId="0" sldId="257"/>
            <ac:spMk id="7" creationId="{00000000-0000-0000-0000-000000000000}"/>
          </ac:spMkLst>
        </pc:spChg>
        <pc:graphicFrameChg chg="modGraphic">
          <ac:chgData name="Project Planner" userId="2796f3a6-290a-4e3a-9ac2-09618b3657aa" providerId="ADAL" clId="{F085FAE5-EEF7-41ED-9DBA-60475FE80E41}" dt="2026-10-23T07:13:59.261" v="125" actId="6549"/>
          <ac:graphicFrameMkLst>
            <pc:docMk/>
            <pc:sldMk cId="0" sldId="257"/>
            <ac:graphicFrameMk id="17" creationId="{72FE33D2-ED0D-AE4F-9F07-E8495221BEF3}"/>
          </ac:graphicFrameMkLst>
        </pc:graphicFrameChg>
      </pc:sldChg>
      <pc:sldChg chg="addSp modSp mod">
        <pc:chgData name="Project Planner" userId="2796f3a6-290a-4e3a-9ac2-09618b3657aa" providerId="ADAL" clId="{F085FAE5-EEF7-41ED-9DBA-60475FE80E41}" dt="2026-10-23T07:15:40.942" v="135" actId="1076"/>
        <pc:sldMkLst>
          <pc:docMk/>
          <pc:sldMk cId="0" sldId="258"/>
        </pc:sldMkLst>
        <pc:spChg chg="mod">
          <ac:chgData name="Project Planner" userId="2796f3a6-290a-4e3a-9ac2-09618b3657aa" providerId="ADAL" clId="{F085FAE5-EEF7-41ED-9DBA-60475FE80E41}" dt="2026-10-19T12:19:07.288" v="121" actId="1036"/>
          <ac:spMkLst>
            <pc:docMk/>
            <pc:sldMk cId="0" sldId="258"/>
            <ac:spMk id="3" creationId="{00000000-0000-0000-0000-000000000000}"/>
          </ac:spMkLst>
        </pc:spChg>
        <pc:spChg chg="add mod">
          <ac:chgData name="Project Planner" userId="2796f3a6-290a-4e3a-9ac2-09618b3657aa" providerId="ADAL" clId="{F085FAE5-EEF7-41ED-9DBA-60475FE80E41}" dt="2026-10-19T11:57:50.144" v="1" actId="1076"/>
          <ac:spMkLst>
            <pc:docMk/>
            <pc:sldMk cId="0" sldId="258"/>
            <ac:spMk id="17" creationId="{79A7CFE5-4EE0-F623-689B-E94FF6882753}"/>
          </ac:spMkLst>
        </pc:spChg>
        <pc:spChg chg="add mod">
          <ac:chgData name="Project Planner" userId="2796f3a6-290a-4e3a-9ac2-09618b3657aa" providerId="ADAL" clId="{F085FAE5-EEF7-41ED-9DBA-60475FE80E41}" dt="2026-10-19T11:57:50.144" v="1" actId="1076"/>
          <ac:spMkLst>
            <pc:docMk/>
            <pc:sldMk cId="0" sldId="258"/>
            <ac:spMk id="19" creationId="{FF8985FB-396E-EF90-7FF6-0EA7F9DFB36B}"/>
          </ac:spMkLst>
        </pc:spChg>
        <pc:spChg chg="add mod">
          <ac:chgData name="Project Planner" userId="2796f3a6-290a-4e3a-9ac2-09618b3657aa" providerId="ADAL" clId="{F085FAE5-EEF7-41ED-9DBA-60475FE80E41}" dt="2026-10-19T11:57:50.144" v="1" actId="1076"/>
          <ac:spMkLst>
            <pc:docMk/>
            <pc:sldMk cId="0" sldId="258"/>
            <ac:spMk id="21" creationId="{335F8672-3399-3494-B52E-9BD4D5117212}"/>
          </ac:spMkLst>
        </pc:spChg>
        <pc:spChg chg="add mod">
          <ac:chgData name="Project Planner" userId="2796f3a6-290a-4e3a-9ac2-09618b3657aa" providerId="ADAL" clId="{F085FAE5-EEF7-41ED-9DBA-60475FE80E41}" dt="2026-10-19T11:57:50.144" v="1" actId="1076"/>
          <ac:spMkLst>
            <pc:docMk/>
            <pc:sldMk cId="0" sldId="258"/>
            <ac:spMk id="23" creationId="{41A7469F-C495-FA97-D6AB-E9F11C75FA6E}"/>
          </ac:spMkLst>
        </pc:spChg>
        <pc:spChg chg="add mod">
          <ac:chgData name="Project Planner" userId="2796f3a6-290a-4e3a-9ac2-09618b3657aa" providerId="ADAL" clId="{F085FAE5-EEF7-41ED-9DBA-60475FE80E41}" dt="2026-10-19T11:58:25.631" v="3" actId="1076"/>
          <ac:spMkLst>
            <pc:docMk/>
            <pc:sldMk cId="0" sldId="258"/>
            <ac:spMk id="25" creationId="{90F2DC56-1AA5-3FBA-349D-C70B9EADA7B4}"/>
          </ac:spMkLst>
        </pc:spChg>
        <pc:spChg chg="add mod">
          <ac:chgData name="Project Planner" userId="2796f3a6-290a-4e3a-9ac2-09618b3657aa" providerId="ADAL" clId="{F085FAE5-EEF7-41ED-9DBA-60475FE80E41}" dt="2026-10-19T11:58:25.631" v="3" actId="1076"/>
          <ac:spMkLst>
            <pc:docMk/>
            <pc:sldMk cId="0" sldId="258"/>
            <ac:spMk id="27" creationId="{70B6D48A-125B-B4A7-6BFD-0953281FA987}"/>
          </ac:spMkLst>
        </pc:spChg>
        <pc:spChg chg="add mod">
          <ac:chgData name="Project Planner" userId="2796f3a6-290a-4e3a-9ac2-09618b3657aa" providerId="ADAL" clId="{F085FAE5-EEF7-41ED-9DBA-60475FE80E41}" dt="2026-10-19T11:58:25.631" v="3" actId="1076"/>
          <ac:spMkLst>
            <pc:docMk/>
            <pc:sldMk cId="0" sldId="258"/>
            <ac:spMk id="29" creationId="{3B681134-073D-D652-3B25-63A7AC9F523F}"/>
          </ac:spMkLst>
        </pc:spChg>
        <pc:spChg chg="add mod">
          <ac:chgData name="Project Planner" userId="2796f3a6-290a-4e3a-9ac2-09618b3657aa" providerId="ADAL" clId="{F085FAE5-EEF7-41ED-9DBA-60475FE80E41}" dt="2026-10-19T11:58:14.299" v="2" actId="1076"/>
          <ac:spMkLst>
            <pc:docMk/>
            <pc:sldMk cId="0" sldId="258"/>
            <ac:spMk id="31" creationId="{04B79023-F465-C4D1-3ED6-5071CC81B702}"/>
          </ac:spMkLst>
        </pc:spChg>
        <pc:spChg chg="add mod">
          <ac:chgData name="Project Planner" userId="2796f3a6-290a-4e3a-9ac2-09618b3657aa" providerId="ADAL" clId="{F085FAE5-EEF7-41ED-9DBA-60475FE80E41}" dt="2026-10-19T11:58:14.299" v="2" actId="1076"/>
          <ac:spMkLst>
            <pc:docMk/>
            <pc:sldMk cId="0" sldId="258"/>
            <ac:spMk id="33" creationId="{FDD6FBE1-F3F3-CAAB-C2F1-389AE9581A8F}"/>
          </ac:spMkLst>
        </pc:spChg>
        <pc:spChg chg="add mod">
          <ac:chgData name="Project Planner" userId="2796f3a6-290a-4e3a-9ac2-09618b3657aa" providerId="ADAL" clId="{F085FAE5-EEF7-41ED-9DBA-60475FE80E41}" dt="2026-10-19T11:58:14.299" v="2" actId="1076"/>
          <ac:spMkLst>
            <pc:docMk/>
            <pc:sldMk cId="0" sldId="258"/>
            <ac:spMk id="35" creationId="{0CC68E43-C733-A46D-12D1-C1D3575EF248}"/>
          </ac:spMkLst>
        </pc:spChg>
        <pc:spChg chg="add mod">
          <ac:chgData name="Project Planner" userId="2796f3a6-290a-4e3a-9ac2-09618b3657aa" providerId="ADAL" clId="{F085FAE5-EEF7-41ED-9DBA-60475FE80E41}" dt="2026-10-23T07:15:23.146" v="127" actId="1076"/>
          <ac:spMkLst>
            <pc:docMk/>
            <pc:sldMk cId="0" sldId="258"/>
            <ac:spMk id="38" creationId="{3A614035-63C3-DA98-1786-2F22AE1D33CF}"/>
          </ac:spMkLst>
        </pc:spChg>
        <pc:spChg chg="add mod">
          <ac:chgData name="Project Planner" userId="2796f3a6-290a-4e3a-9ac2-09618b3657aa" providerId="ADAL" clId="{F085FAE5-EEF7-41ED-9DBA-60475FE80E41}" dt="2026-10-23T07:15:32.978" v="131" actId="1076"/>
          <ac:spMkLst>
            <pc:docMk/>
            <pc:sldMk cId="0" sldId="258"/>
            <ac:spMk id="40" creationId="{C5A2E827-A183-B471-74A8-FD4E53CD45B2}"/>
          </ac:spMkLst>
        </pc:spChg>
        <pc:spChg chg="add mod">
          <ac:chgData name="Project Planner" userId="2796f3a6-290a-4e3a-9ac2-09618b3657aa" providerId="ADAL" clId="{F085FAE5-EEF7-41ED-9DBA-60475FE80E41}" dt="2026-10-23T07:15:40.942" v="135" actId="1076"/>
          <ac:spMkLst>
            <pc:docMk/>
            <pc:sldMk cId="0" sldId="258"/>
            <ac:spMk id="42" creationId="{09290FDF-7DE5-0B30-AC4E-C303887D987E}"/>
          </ac:spMkLst>
        </pc:spChg>
        <pc:graphicFrameChg chg="modGraphic">
          <ac:chgData name="Project Planner" userId="2796f3a6-290a-4e3a-9ac2-09618b3657aa" providerId="ADAL" clId="{F085FAE5-EEF7-41ED-9DBA-60475FE80E41}" dt="2026-10-23T07:13:40.771" v="123" actId="6549"/>
          <ac:graphicFrameMkLst>
            <pc:docMk/>
            <pc:sldMk cId="0" sldId="258"/>
            <ac:graphicFrameMk id="18" creationId="{07B628B4-7CB3-1169-A096-8B035C8D4444}"/>
          </ac:graphicFrameMkLst>
        </pc:graphicFrameChg>
        <pc:picChg chg="mod">
          <ac:chgData name="Project Planner" userId="2796f3a6-290a-4e3a-9ac2-09618b3657aa" providerId="ADAL" clId="{F085FAE5-EEF7-41ED-9DBA-60475FE80E41}" dt="2026-10-19T12:19:07.288" v="121" actId="1036"/>
          <ac:picMkLst>
            <pc:docMk/>
            <pc:sldMk cId="0" sldId="258"/>
            <ac:picMk id="2" creationId="{00000000-0000-0000-0000-000000000000}"/>
          </ac:picMkLst>
        </pc:picChg>
      </pc:sldChg>
      <pc:sldChg chg="addSp modSp add mod setBg">
        <pc:chgData name="Project Planner" userId="2796f3a6-290a-4e3a-9ac2-09618b3657aa" providerId="ADAL" clId="{F085FAE5-EEF7-41ED-9DBA-60475FE80E41}" dt="2026-10-19T12:04:35.353" v="16" actId="20577"/>
        <pc:sldMkLst>
          <pc:docMk/>
          <pc:sldMk cId="0" sldId="259"/>
        </pc:sldMkLst>
      </pc:sldChg>
      <pc:sldChg chg="addSp modSp add mod setBg">
        <pc:chgData name="Project Planner" userId="2796f3a6-290a-4e3a-9ac2-09618b3657aa" providerId="ADAL" clId="{F085FAE5-EEF7-41ED-9DBA-60475FE80E41}" dt="2026-10-19T12:18:38.070" v="42" actId="20577"/>
        <pc:sldMkLst>
          <pc:docMk/>
          <pc:sldMk cId="0" sldId="260"/>
        </pc:sldMkLst>
      </pc:sldChg>
      <pc:sldChg chg="addSp delSp modSp add mod">
        <pc:chgData name="Project Planner" userId="2796f3a6-290a-4e3a-9ac2-09618b3657aa" providerId="ADAL" clId="{F085FAE5-EEF7-41ED-9DBA-60475FE80E41}" dt="2026-10-23T07:22:20.976" v="232"/>
        <pc:sldMkLst>
          <pc:docMk/>
          <pc:sldMk cId="648485434" sldId="261"/>
        </pc:sldMkLst>
        <pc:spChg chg="add mod">
          <ac:chgData name="Project Planner" userId="2796f3a6-290a-4e3a-9ac2-09618b3657aa" providerId="ADAL" clId="{F085FAE5-EEF7-41ED-9DBA-60475FE80E41}" dt="2026-10-23T07:21:26.736" v="182" actId="207"/>
          <ac:spMkLst>
            <pc:docMk/>
            <pc:sldMk cId="648485434" sldId="261"/>
            <ac:spMk id="5" creationId="{74EC9F60-96E6-FBD2-45D6-6C68227A36C1}"/>
          </ac:spMkLst>
        </pc:spChg>
        <pc:spChg chg="add mod">
          <ac:chgData name="Project Planner" userId="2796f3a6-290a-4e3a-9ac2-09618b3657aa" providerId="ADAL" clId="{F085FAE5-EEF7-41ED-9DBA-60475FE80E41}" dt="2026-10-23T07:21:26.766" v="188" actId="207"/>
          <ac:spMkLst>
            <pc:docMk/>
            <pc:sldMk cId="648485434" sldId="261"/>
            <ac:spMk id="6" creationId="{77941A7B-2E43-534C-FD35-C64E8EBA213B}"/>
          </ac:spMkLst>
        </pc:spChg>
        <pc:spChg chg="add mod">
          <ac:chgData name="Project Planner" userId="2796f3a6-290a-4e3a-9ac2-09618b3657aa" providerId="ADAL" clId="{F085FAE5-EEF7-41ED-9DBA-60475FE80E41}" dt="2026-10-23T07:21:26.814" v="196" actId="947"/>
          <ac:spMkLst>
            <pc:docMk/>
            <pc:sldMk cId="648485434" sldId="261"/>
            <ac:spMk id="7" creationId="{015BEB86-1EE4-BB80-B90E-B0BF54381BE6}"/>
          </ac:spMkLst>
        </pc:spChg>
        <pc:spChg chg="add mod">
          <ac:chgData name="Project Planner" userId="2796f3a6-290a-4e3a-9ac2-09618b3657aa" providerId="ADAL" clId="{F085FAE5-EEF7-41ED-9DBA-60475FE80E41}" dt="2026-10-23T07:21:26.841" v="200"/>
          <ac:spMkLst>
            <pc:docMk/>
            <pc:sldMk cId="648485434" sldId="261"/>
            <ac:spMk id="8" creationId="{0D8FD43A-FE7B-4CC9-9B5B-B720C5DFF719}"/>
          </ac:spMkLst>
        </pc:spChg>
        <pc:spChg chg="add mod">
          <ac:chgData name="Project Planner" userId="2796f3a6-290a-4e3a-9ac2-09618b3657aa" providerId="ADAL" clId="{F085FAE5-EEF7-41ED-9DBA-60475FE80E41}" dt="2026-10-23T07:21:26.891" v="208" actId="207"/>
          <ac:spMkLst>
            <pc:docMk/>
            <pc:sldMk cId="648485434" sldId="261"/>
            <ac:spMk id="9" creationId="{340E8A9A-C7A1-CC19-3F97-3999BB493FFC}"/>
          </ac:spMkLst>
        </pc:spChg>
        <pc:spChg chg="add mod">
          <ac:chgData name="Project Planner" userId="2796f3a6-290a-4e3a-9ac2-09618b3657aa" providerId="ADAL" clId="{F085FAE5-EEF7-41ED-9DBA-60475FE80E41}" dt="2026-10-23T07:21:26.891" v="212"/>
          <ac:spMkLst>
            <pc:docMk/>
            <pc:sldMk cId="648485434" sldId="261"/>
            <ac:spMk id="10" creationId="{641A5740-B4C1-C9D4-0514-5A498F68712C}"/>
          </ac:spMkLst>
        </pc:spChg>
        <pc:spChg chg="add mod">
          <ac:chgData name="Project Planner" userId="2796f3a6-290a-4e3a-9ac2-09618b3657aa" providerId="ADAL" clId="{F085FAE5-EEF7-41ED-9DBA-60475FE80E41}" dt="2026-10-23T07:21:26.926" v="220" actId="207"/>
          <ac:spMkLst>
            <pc:docMk/>
            <pc:sldMk cId="648485434" sldId="261"/>
            <ac:spMk id="11" creationId="{418FB9C7-B198-D3D0-362F-11037CB07EA8}"/>
          </ac:spMkLst>
        </pc:spChg>
        <pc:graphicFrameChg chg="add mod modGraphic">
          <ac:chgData name="Project Planner" userId="2796f3a6-290a-4e3a-9ac2-09618b3657aa" providerId="ADAL" clId="{F085FAE5-EEF7-41ED-9DBA-60475FE80E41}" dt="2026-10-23T07:21:26.677" v="175" actId="948"/>
          <ac:graphicFrameMkLst>
            <pc:docMk/>
            <pc:sldMk cId="648485434" sldId="261"/>
            <ac:graphicFrameMk id="4" creationId="{044A708F-5456-23ED-CD1D-ACC85671E792}"/>
          </ac:graphicFrameMkLst>
        </pc:graphicFrameChg>
        <pc:picChg chg="add del mod">
          <ac:chgData name="Project Planner" userId="2796f3a6-290a-4e3a-9ac2-09618b3657aa" providerId="ADAL" clId="{F085FAE5-EEF7-41ED-9DBA-60475FE80E41}" dt="2026-10-23T07:22:20.950" v="227"/>
          <ac:picMkLst>
            <pc:docMk/>
            <pc:sldMk cId="648485434" sldId="261"/>
            <ac:picMk id="3" creationId="{7DF2F034-DAEA-F614-96C0-679B637823A3}"/>
          </ac:picMkLst>
        </pc:picChg>
        <pc:picChg chg="add mod ord">
          <ac:chgData name="Project Planner" userId="2796f3a6-290a-4e3a-9ac2-09618b3657aa" providerId="ADAL" clId="{F085FAE5-EEF7-41ED-9DBA-60475FE80E41}" dt="2026-10-23T07:22:20.976" v="232"/>
          <ac:picMkLst>
            <pc:docMk/>
            <pc:sldMk cId="648485434" sldId="261"/>
            <ac:picMk id="14" creationId="{44EB8A39-AEFF-90EB-2B0A-34DB9868A360}"/>
          </ac:picMkLst>
        </pc:picChg>
        <pc:cxnChg chg="add mod">
          <ac:chgData name="Project Planner" userId="2796f3a6-290a-4e3a-9ac2-09618b3657aa" providerId="ADAL" clId="{F085FAE5-EEF7-41ED-9DBA-60475FE80E41}" dt="2026-10-23T07:21:26.955" v="225" actId="208"/>
          <ac:cxnSpMkLst>
            <pc:docMk/>
            <pc:sldMk cId="648485434" sldId="261"/>
            <ac:cxnSpMk id="12" creationId="{5204DB68-FE38-B6C6-4685-02076A297E61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1159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3272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Drawing">
            <a:extLst>
              <a:ext uri="{FF2B5EF4-FFF2-40B4-BE49-F238E27FC236}">
                <a16:creationId xmlns:a16="http://schemas.microsoft.com/office/drawing/2014/main" id="{1A9FFE92-ECE5-A048-A9B7-516FD5684765}"/>
              </a:ext>
            </a:extLst>
          </p:cNvPr>
          <p:cNvGrpSpPr>
            <a:grpSpLocks noChangeAspect="1"/>
          </p:cNvGrpSpPr>
          <p:nvPr/>
        </p:nvGrpSpPr>
        <p:grpSpPr>
          <a:xfrm>
            <a:off x="299220" y="1270000"/>
            <a:ext cx="9434560" cy="5359400"/>
            <a:chOff x="999197" y="439880"/>
            <a:chExt cx="10193301" cy="5790411"/>
          </a:xfrm>
        </p:grpSpPr>
        <p:pic>
          <p:nvPicPr>
            <p:cNvPr id="2" name="Base drawing" descr="bas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9197" y="777240"/>
              <a:ext cx="10193301" cy="5394960"/>
            </a:xfrm>
            <a:prstGeom prst="rect">
              <a:avLst/>
            </a:prstGeom>
          </p:spPr>
        </p:pic>
        <p:sp>
          <p:nvSpPr>
            <p:cNvPr id="3" name="Column 1"/>
            <p:cNvSpPr/>
            <p:nvPr/>
          </p:nvSpPr>
          <p:spPr>
            <a:xfrm>
              <a:off x="5391329" y="929568"/>
              <a:ext cx="101552" cy="50776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4" name="Column 2"/>
            <p:cNvSpPr/>
            <p:nvPr/>
          </p:nvSpPr>
          <p:spPr>
            <a:xfrm>
              <a:off x="5822926" y="929568"/>
              <a:ext cx="114246" cy="63470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5" name="Column 3"/>
            <p:cNvSpPr/>
            <p:nvPr/>
          </p:nvSpPr>
          <p:spPr>
            <a:xfrm>
              <a:off x="10341998" y="929568"/>
              <a:ext cx="126940" cy="76164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6" name="Column 4"/>
            <p:cNvSpPr/>
            <p:nvPr/>
          </p:nvSpPr>
          <p:spPr>
            <a:xfrm>
              <a:off x="10837065" y="929568"/>
              <a:ext cx="126940" cy="76164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7" name="Column 5"/>
            <p:cNvSpPr/>
            <p:nvPr/>
          </p:nvSpPr>
          <p:spPr>
            <a:xfrm>
              <a:off x="1659286" y="942262"/>
              <a:ext cx="139634" cy="63470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8" name="Column 6"/>
            <p:cNvSpPr/>
            <p:nvPr/>
          </p:nvSpPr>
          <p:spPr>
            <a:xfrm>
              <a:off x="2141659" y="942262"/>
              <a:ext cx="139634" cy="63470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9" name="Column 7"/>
            <p:cNvSpPr/>
            <p:nvPr/>
          </p:nvSpPr>
          <p:spPr>
            <a:xfrm>
              <a:off x="9643827" y="1081897"/>
              <a:ext cx="177716" cy="101552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10" name="Column 8"/>
            <p:cNvSpPr/>
            <p:nvPr/>
          </p:nvSpPr>
          <p:spPr>
            <a:xfrm>
              <a:off x="6178359" y="1094591"/>
              <a:ext cx="177716" cy="114246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11" name="Column 9"/>
            <p:cNvSpPr/>
            <p:nvPr/>
          </p:nvSpPr>
          <p:spPr>
            <a:xfrm>
              <a:off x="8044380" y="1094591"/>
              <a:ext cx="190410" cy="101552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12" name="Column 10"/>
            <p:cNvSpPr/>
            <p:nvPr/>
          </p:nvSpPr>
          <p:spPr>
            <a:xfrm>
              <a:off x="8996432" y="1094591"/>
              <a:ext cx="165022" cy="101552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13" name="Column 11"/>
            <p:cNvSpPr/>
            <p:nvPr/>
          </p:nvSpPr>
          <p:spPr>
            <a:xfrm>
              <a:off x="10329304" y="1094591"/>
              <a:ext cx="88858" cy="139634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14" name="Column 12"/>
            <p:cNvSpPr/>
            <p:nvPr/>
          </p:nvSpPr>
          <p:spPr>
            <a:xfrm>
              <a:off x="3512614" y="1119979"/>
              <a:ext cx="215798" cy="114246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15" name="Column 13"/>
            <p:cNvSpPr/>
            <p:nvPr/>
          </p:nvSpPr>
          <p:spPr>
            <a:xfrm>
              <a:off x="4553524" y="1119979"/>
              <a:ext cx="114246" cy="63470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16" name="Column 14"/>
            <p:cNvSpPr/>
            <p:nvPr/>
          </p:nvSpPr>
          <p:spPr>
            <a:xfrm>
              <a:off x="2192435" y="1145367"/>
              <a:ext cx="63470" cy="101552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17" name="Column 15"/>
            <p:cNvSpPr/>
            <p:nvPr/>
          </p:nvSpPr>
          <p:spPr>
            <a:xfrm>
              <a:off x="10849759" y="1145367"/>
              <a:ext cx="139634" cy="76164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18" name="Column 16"/>
            <p:cNvSpPr/>
            <p:nvPr/>
          </p:nvSpPr>
          <p:spPr>
            <a:xfrm>
              <a:off x="5848314" y="1158061"/>
              <a:ext cx="114246" cy="50776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19" name="Column 17"/>
            <p:cNvSpPr/>
            <p:nvPr/>
          </p:nvSpPr>
          <p:spPr>
            <a:xfrm>
              <a:off x="5429411" y="1170755"/>
              <a:ext cx="114246" cy="63470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20" name="Column 18"/>
            <p:cNvSpPr/>
            <p:nvPr/>
          </p:nvSpPr>
          <p:spPr>
            <a:xfrm>
              <a:off x="7041552" y="1170755"/>
              <a:ext cx="190410" cy="101552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21" name="Column 19"/>
            <p:cNvSpPr/>
            <p:nvPr/>
          </p:nvSpPr>
          <p:spPr>
            <a:xfrm>
              <a:off x="2662114" y="1183449"/>
              <a:ext cx="177716" cy="50776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22" name="Column 20"/>
            <p:cNvSpPr/>
            <p:nvPr/>
          </p:nvSpPr>
          <p:spPr>
            <a:xfrm>
              <a:off x="4566218" y="1424635"/>
              <a:ext cx="101552" cy="177716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23" name="Column 21"/>
            <p:cNvSpPr/>
            <p:nvPr/>
          </p:nvSpPr>
          <p:spPr>
            <a:xfrm>
              <a:off x="5569046" y="1424635"/>
              <a:ext cx="114246" cy="190410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24" name="Column 22"/>
            <p:cNvSpPr/>
            <p:nvPr/>
          </p:nvSpPr>
          <p:spPr>
            <a:xfrm>
              <a:off x="6216441" y="1424635"/>
              <a:ext cx="101552" cy="177716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25" name="Column 23"/>
            <p:cNvSpPr/>
            <p:nvPr/>
          </p:nvSpPr>
          <p:spPr>
            <a:xfrm>
              <a:off x="7117716" y="1424635"/>
              <a:ext cx="101552" cy="190410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26" name="Column 24"/>
            <p:cNvSpPr/>
            <p:nvPr/>
          </p:nvSpPr>
          <p:spPr>
            <a:xfrm>
              <a:off x="10849759" y="1424635"/>
              <a:ext cx="101552" cy="190410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27" name="Column 25"/>
            <p:cNvSpPr/>
            <p:nvPr/>
          </p:nvSpPr>
          <p:spPr>
            <a:xfrm>
              <a:off x="2700196" y="1450023"/>
              <a:ext cx="114246" cy="177716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28" name="Column 26"/>
            <p:cNvSpPr/>
            <p:nvPr/>
          </p:nvSpPr>
          <p:spPr>
            <a:xfrm>
              <a:off x="3639554" y="1450023"/>
              <a:ext cx="101552" cy="177716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29" name="Column 27"/>
            <p:cNvSpPr/>
            <p:nvPr/>
          </p:nvSpPr>
          <p:spPr>
            <a:xfrm>
              <a:off x="8145932" y="1450023"/>
              <a:ext cx="101552" cy="177716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30" name="Column 28"/>
            <p:cNvSpPr/>
            <p:nvPr/>
          </p:nvSpPr>
          <p:spPr>
            <a:xfrm>
              <a:off x="9047208" y="1450023"/>
              <a:ext cx="101552" cy="177716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31" name="Column 29"/>
            <p:cNvSpPr/>
            <p:nvPr/>
          </p:nvSpPr>
          <p:spPr>
            <a:xfrm>
              <a:off x="9808849" y="1450023"/>
              <a:ext cx="101552" cy="177716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32" name="Column 30"/>
            <p:cNvSpPr/>
            <p:nvPr/>
          </p:nvSpPr>
          <p:spPr>
            <a:xfrm>
              <a:off x="1913167" y="1500799"/>
              <a:ext cx="101552" cy="177716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33" name="Column 31"/>
            <p:cNvSpPr/>
            <p:nvPr/>
          </p:nvSpPr>
          <p:spPr>
            <a:xfrm>
              <a:off x="10189670" y="1526187"/>
              <a:ext cx="507761" cy="50776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34" name="Column 32"/>
            <p:cNvSpPr/>
            <p:nvPr/>
          </p:nvSpPr>
          <p:spPr>
            <a:xfrm>
              <a:off x="10202364" y="1589658"/>
              <a:ext cx="63470" cy="190410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35" name="Column 33"/>
            <p:cNvSpPr/>
            <p:nvPr/>
          </p:nvSpPr>
          <p:spPr>
            <a:xfrm>
              <a:off x="10430857" y="1589658"/>
              <a:ext cx="63470" cy="190410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36" name="Column 34"/>
            <p:cNvSpPr/>
            <p:nvPr/>
          </p:nvSpPr>
          <p:spPr>
            <a:xfrm>
              <a:off x="10633961" y="1589658"/>
              <a:ext cx="63470" cy="190410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37" name="Column 35"/>
            <p:cNvSpPr/>
            <p:nvPr/>
          </p:nvSpPr>
          <p:spPr>
            <a:xfrm>
              <a:off x="1887779" y="2186277"/>
              <a:ext cx="101552" cy="177716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38" name="Column 36"/>
            <p:cNvSpPr/>
            <p:nvPr/>
          </p:nvSpPr>
          <p:spPr>
            <a:xfrm>
              <a:off x="2712890" y="2186277"/>
              <a:ext cx="101552" cy="190410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39" name="Column 37"/>
            <p:cNvSpPr/>
            <p:nvPr/>
          </p:nvSpPr>
          <p:spPr>
            <a:xfrm>
              <a:off x="3652248" y="2186277"/>
              <a:ext cx="101552" cy="190410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40" name="Column 38"/>
            <p:cNvSpPr/>
            <p:nvPr/>
          </p:nvSpPr>
          <p:spPr>
            <a:xfrm>
              <a:off x="6191053" y="2186277"/>
              <a:ext cx="101552" cy="190410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41" name="Column 39"/>
            <p:cNvSpPr/>
            <p:nvPr/>
          </p:nvSpPr>
          <p:spPr>
            <a:xfrm>
              <a:off x="8120544" y="2186277"/>
              <a:ext cx="101552" cy="177716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42" name="Column 40"/>
            <p:cNvSpPr/>
            <p:nvPr/>
          </p:nvSpPr>
          <p:spPr>
            <a:xfrm>
              <a:off x="4578912" y="2198971"/>
              <a:ext cx="101552" cy="190410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43" name="Column 41"/>
            <p:cNvSpPr/>
            <p:nvPr/>
          </p:nvSpPr>
          <p:spPr>
            <a:xfrm>
              <a:off x="7117716" y="2198971"/>
              <a:ext cx="101552" cy="190410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44" name="Column 42"/>
            <p:cNvSpPr/>
            <p:nvPr/>
          </p:nvSpPr>
          <p:spPr>
            <a:xfrm>
              <a:off x="5556352" y="2211665"/>
              <a:ext cx="101552" cy="177716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45" name="Column 43"/>
            <p:cNvSpPr/>
            <p:nvPr/>
          </p:nvSpPr>
          <p:spPr>
            <a:xfrm>
              <a:off x="9846932" y="2211665"/>
              <a:ext cx="101552" cy="177716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46" name="Column 44"/>
            <p:cNvSpPr/>
            <p:nvPr/>
          </p:nvSpPr>
          <p:spPr>
            <a:xfrm>
              <a:off x="10862453" y="2211665"/>
              <a:ext cx="101552" cy="177716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47" name="Column 45"/>
            <p:cNvSpPr/>
            <p:nvPr/>
          </p:nvSpPr>
          <p:spPr>
            <a:xfrm>
              <a:off x="9034514" y="2224359"/>
              <a:ext cx="101552" cy="177716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48" name="Column 46"/>
            <p:cNvSpPr/>
            <p:nvPr/>
          </p:nvSpPr>
          <p:spPr>
            <a:xfrm>
              <a:off x="1684674" y="2249747"/>
              <a:ext cx="88858" cy="88858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49" name="Column 47"/>
            <p:cNvSpPr/>
            <p:nvPr/>
          </p:nvSpPr>
          <p:spPr>
            <a:xfrm>
              <a:off x="10316610" y="2782896"/>
              <a:ext cx="342739" cy="50776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50" name="Column 48"/>
            <p:cNvSpPr/>
            <p:nvPr/>
          </p:nvSpPr>
          <p:spPr>
            <a:xfrm>
              <a:off x="10646655" y="2820978"/>
              <a:ext cx="50776" cy="317351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51" name="Column 49"/>
            <p:cNvSpPr/>
            <p:nvPr/>
          </p:nvSpPr>
          <p:spPr>
            <a:xfrm>
              <a:off x="10316610" y="2833672"/>
              <a:ext cx="50776" cy="317351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52" name="Column 50"/>
            <p:cNvSpPr/>
            <p:nvPr/>
          </p:nvSpPr>
          <p:spPr>
            <a:xfrm>
              <a:off x="2712890" y="2986000"/>
              <a:ext cx="101552" cy="177716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53" name="Column 51"/>
            <p:cNvSpPr/>
            <p:nvPr/>
          </p:nvSpPr>
          <p:spPr>
            <a:xfrm>
              <a:off x="8107850" y="2986000"/>
              <a:ext cx="101552" cy="177716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54" name="Column 52"/>
            <p:cNvSpPr/>
            <p:nvPr/>
          </p:nvSpPr>
          <p:spPr>
            <a:xfrm>
              <a:off x="1633898" y="2998694"/>
              <a:ext cx="101552" cy="165022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55" name="Column 53"/>
            <p:cNvSpPr/>
            <p:nvPr/>
          </p:nvSpPr>
          <p:spPr>
            <a:xfrm>
              <a:off x="1913167" y="2998694"/>
              <a:ext cx="101552" cy="190410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56" name="Column 54"/>
            <p:cNvSpPr/>
            <p:nvPr/>
          </p:nvSpPr>
          <p:spPr>
            <a:xfrm>
              <a:off x="4566218" y="2998694"/>
              <a:ext cx="101552" cy="177716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57" name="Column 55"/>
            <p:cNvSpPr/>
            <p:nvPr/>
          </p:nvSpPr>
          <p:spPr>
            <a:xfrm>
              <a:off x="9808849" y="2998694"/>
              <a:ext cx="114246" cy="190410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58" name="Column 56"/>
            <p:cNvSpPr/>
            <p:nvPr/>
          </p:nvSpPr>
          <p:spPr>
            <a:xfrm>
              <a:off x="3639554" y="3011388"/>
              <a:ext cx="101552" cy="177716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59" name="Column 57"/>
            <p:cNvSpPr/>
            <p:nvPr/>
          </p:nvSpPr>
          <p:spPr>
            <a:xfrm>
              <a:off x="6191053" y="3011388"/>
              <a:ext cx="101552" cy="177716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60" name="Column 58"/>
            <p:cNvSpPr/>
            <p:nvPr/>
          </p:nvSpPr>
          <p:spPr>
            <a:xfrm>
              <a:off x="7117716" y="3011388"/>
              <a:ext cx="101552" cy="177716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61" name="Column 59"/>
            <p:cNvSpPr/>
            <p:nvPr/>
          </p:nvSpPr>
          <p:spPr>
            <a:xfrm>
              <a:off x="9047208" y="3011388"/>
              <a:ext cx="101552" cy="177716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62" name="Column 60"/>
            <p:cNvSpPr/>
            <p:nvPr/>
          </p:nvSpPr>
          <p:spPr>
            <a:xfrm>
              <a:off x="10862453" y="3011388"/>
              <a:ext cx="101552" cy="177716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63" name="Column 61"/>
            <p:cNvSpPr/>
            <p:nvPr/>
          </p:nvSpPr>
          <p:spPr>
            <a:xfrm>
              <a:off x="5556352" y="3024082"/>
              <a:ext cx="101552" cy="177716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64" name="Column 62"/>
            <p:cNvSpPr/>
            <p:nvPr/>
          </p:nvSpPr>
          <p:spPr>
            <a:xfrm>
              <a:off x="2712890" y="3773030"/>
              <a:ext cx="101552" cy="177716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65" name="Column 63"/>
            <p:cNvSpPr/>
            <p:nvPr/>
          </p:nvSpPr>
          <p:spPr>
            <a:xfrm>
              <a:off x="8120544" y="3773030"/>
              <a:ext cx="101552" cy="177716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66" name="Column 64"/>
            <p:cNvSpPr/>
            <p:nvPr/>
          </p:nvSpPr>
          <p:spPr>
            <a:xfrm>
              <a:off x="10341998" y="3773030"/>
              <a:ext cx="38082" cy="266574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67" name="Column 65"/>
            <p:cNvSpPr/>
            <p:nvPr/>
          </p:nvSpPr>
          <p:spPr>
            <a:xfrm>
              <a:off x="10659349" y="3773030"/>
              <a:ext cx="50776" cy="266574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68" name="Column 66"/>
            <p:cNvSpPr/>
            <p:nvPr/>
          </p:nvSpPr>
          <p:spPr>
            <a:xfrm>
              <a:off x="5556352" y="3785724"/>
              <a:ext cx="101552" cy="190410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69" name="Column 67"/>
            <p:cNvSpPr/>
            <p:nvPr/>
          </p:nvSpPr>
          <p:spPr>
            <a:xfrm>
              <a:off x="9808849" y="3785724"/>
              <a:ext cx="114246" cy="190410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70" name="Column 68"/>
            <p:cNvSpPr/>
            <p:nvPr/>
          </p:nvSpPr>
          <p:spPr>
            <a:xfrm>
              <a:off x="6178359" y="3798418"/>
              <a:ext cx="101552" cy="190410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71" name="Column 69"/>
            <p:cNvSpPr/>
            <p:nvPr/>
          </p:nvSpPr>
          <p:spPr>
            <a:xfrm>
              <a:off x="9047208" y="3798418"/>
              <a:ext cx="101552" cy="177716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72" name="Column 70"/>
            <p:cNvSpPr/>
            <p:nvPr/>
          </p:nvSpPr>
          <p:spPr>
            <a:xfrm>
              <a:off x="1900473" y="3811112"/>
              <a:ext cx="88858" cy="88858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73" name="Column 71"/>
            <p:cNvSpPr/>
            <p:nvPr/>
          </p:nvSpPr>
          <p:spPr>
            <a:xfrm>
              <a:off x="3639554" y="3811112"/>
              <a:ext cx="101552" cy="190410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74" name="Column 72"/>
            <p:cNvSpPr/>
            <p:nvPr/>
          </p:nvSpPr>
          <p:spPr>
            <a:xfrm>
              <a:off x="7143105" y="3811112"/>
              <a:ext cx="101552" cy="190410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75" name="Column 73"/>
            <p:cNvSpPr/>
            <p:nvPr/>
          </p:nvSpPr>
          <p:spPr>
            <a:xfrm>
              <a:off x="10862453" y="3811112"/>
              <a:ext cx="101552" cy="190410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76" name="Column 74"/>
            <p:cNvSpPr/>
            <p:nvPr/>
          </p:nvSpPr>
          <p:spPr>
            <a:xfrm>
              <a:off x="1646592" y="3823806"/>
              <a:ext cx="88858" cy="76164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77" name="Column 75"/>
            <p:cNvSpPr/>
            <p:nvPr/>
          </p:nvSpPr>
          <p:spPr>
            <a:xfrm>
              <a:off x="4566218" y="3874582"/>
              <a:ext cx="101552" cy="177716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78" name="Column 76"/>
            <p:cNvSpPr/>
            <p:nvPr/>
          </p:nvSpPr>
          <p:spPr>
            <a:xfrm>
              <a:off x="10354692" y="4039604"/>
              <a:ext cx="342739" cy="50776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79" name="Column 77"/>
            <p:cNvSpPr/>
            <p:nvPr/>
          </p:nvSpPr>
          <p:spPr>
            <a:xfrm>
              <a:off x="3233345" y="4369649"/>
              <a:ext cx="101552" cy="177716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80" name="Column 78"/>
            <p:cNvSpPr/>
            <p:nvPr/>
          </p:nvSpPr>
          <p:spPr>
            <a:xfrm>
              <a:off x="3982293" y="4369649"/>
              <a:ext cx="101552" cy="177716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81" name="Column 79"/>
            <p:cNvSpPr/>
            <p:nvPr/>
          </p:nvSpPr>
          <p:spPr>
            <a:xfrm>
              <a:off x="10291222" y="4369649"/>
              <a:ext cx="114246" cy="177716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82" name="Column 80"/>
            <p:cNvSpPr/>
            <p:nvPr/>
          </p:nvSpPr>
          <p:spPr>
            <a:xfrm>
              <a:off x="5429411" y="4382343"/>
              <a:ext cx="101552" cy="190410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83" name="Column 81"/>
            <p:cNvSpPr/>
            <p:nvPr/>
          </p:nvSpPr>
          <p:spPr>
            <a:xfrm>
              <a:off x="6140277" y="4382343"/>
              <a:ext cx="101552" cy="190410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84" name="Column 82"/>
            <p:cNvSpPr/>
            <p:nvPr/>
          </p:nvSpPr>
          <p:spPr>
            <a:xfrm>
              <a:off x="6660732" y="4382343"/>
              <a:ext cx="114246" cy="190410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85" name="Column 83"/>
            <p:cNvSpPr/>
            <p:nvPr/>
          </p:nvSpPr>
          <p:spPr>
            <a:xfrm>
              <a:off x="7358903" y="4382343"/>
              <a:ext cx="101552" cy="190410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86" name="Column 84"/>
            <p:cNvSpPr/>
            <p:nvPr/>
          </p:nvSpPr>
          <p:spPr>
            <a:xfrm>
              <a:off x="4693158" y="4395037"/>
              <a:ext cx="101552" cy="177716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87" name="Column 85"/>
            <p:cNvSpPr/>
            <p:nvPr/>
          </p:nvSpPr>
          <p:spPr>
            <a:xfrm>
              <a:off x="8107850" y="4395037"/>
              <a:ext cx="101552" cy="177716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88" name="Column 86"/>
            <p:cNvSpPr/>
            <p:nvPr/>
          </p:nvSpPr>
          <p:spPr>
            <a:xfrm>
              <a:off x="9542275" y="4395037"/>
              <a:ext cx="101552" cy="177716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89" name="Column 87"/>
            <p:cNvSpPr/>
            <p:nvPr/>
          </p:nvSpPr>
          <p:spPr>
            <a:xfrm>
              <a:off x="2484398" y="4407731"/>
              <a:ext cx="101552" cy="177716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90" name="Column 88"/>
            <p:cNvSpPr/>
            <p:nvPr/>
          </p:nvSpPr>
          <p:spPr>
            <a:xfrm>
              <a:off x="8844104" y="4407731"/>
              <a:ext cx="101552" cy="177716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91" name="Column 89"/>
            <p:cNvSpPr/>
            <p:nvPr/>
          </p:nvSpPr>
          <p:spPr>
            <a:xfrm>
              <a:off x="2205129" y="4420425"/>
              <a:ext cx="88858" cy="177716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92" name="Column 90"/>
            <p:cNvSpPr/>
            <p:nvPr/>
          </p:nvSpPr>
          <p:spPr>
            <a:xfrm>
              <a:off x="10646655" y="4433119"/>
              <a:ext cx="253880" cy="50776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93" name="Column 91"/>
            <p:cNvSpPr/>
            <p:nvPr/>
          </p:nvSpPr>
          <p:spPr>
            <a:xfrm>
              <a:off x="10875147" y="4483895"/>
              <a:ext cx="50776" cy="165022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94" name="Column 92"/>
            <p:cNvSpPr/>
            <p:nvPr/>
          </p:nvSpPr>
          <p:spPr>
            <a:xfrm>
              <a:off x="1671980" y="4509283"/>
              <a:ext cx="50776" cy="317351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95" name="Column 93"/>
            <p:cNvSpPr/>
            <p:nvPr/>
          </p:nvSpPr>
          <p:spPr>
            <a:xfrm>
              <a:off x="1989331" y="4509283"/>
              <a:ext cx="50776" cy="317351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96" name="Column 94"/>
            <p:cNvSpPr/>
            <p:nvPr/>
          </p:nvSpPr>
          <p:spPr>
            <a:xfrm>
              <a:off x="10659349" y="4648917"/>
              <a:ext cx="241186" cy="50776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97" name="Column 95"/>
            <p:cNvSpPr/>
            <p:nvPr/>
          </p:nvSpPr>
          <p:spPr>
            <a:xfrm>
              <a:off x="1671980" y="4839328"/>
              <a:ext cx="342739" cy="50776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98" name="Column 96"/>
            <p:cNvSpPr/>
            <p:nvPr/>
          </p:nvSpPr>
          <p:spPr>
            <a:xfrm>
              <a:off x="6470321" y="4928186"/>
              <a:ext cx="215798" cy="38082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99" name="Column 97"/>
            <p:cNvSpPr/>
            <p:nvPr/>
          </p:nvSpPr>
          <p:spPr>
            <a:xfrm>
              <a:off x="6686120" y="4928186"/>
              <a:ext cx="38082" cy="431597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100" name="Column 98"/>
            <p:cNvSpPr/>
            <p:nvPr/>
          </p:nvSpPr>
          <p:spPr>
            <a:xfrm>
              <a:off x="10646655" y="5055126"/>
              <a:ext cx="50776" cy="177716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101" name="Column 99"/>
            <p:cNvSpPr/>
            <p:nvPr/>
          </p:nvSpPr>
          <p:spPr>
            <a:xfrm>
              <a:off x="10862453" y="5055126"/>
              <a:ext cx="63470" cy="177716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102" name="Column 100"/>
            <p:cNvSpPr/>
            <p:nvPr/>
          </p:nvSpPr>
          <p:spPr>
            <a:xfrm>
              <a:off x="6470321" y="5143984"/>
              <a:ext cx="215798" cy="38082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103" name="Column 101"/>
            <p:cNvSpPr/>
            <p:nvPr/>
          </p:nvSpPr>
          <p:spPr>
            <a:xfrm>
              <a:off x="6470321" y="5334394"/>
              <a:ext cx="215798" cy="50776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104" name="Column 102"/>
            <p:cNvSpPr/>
            <p:nvPr/>
          </p:nvSpPr>
          <p:spPr>
            <a:xfrm>
              <a:off x="1684674" y="5423253"/>
              <a:ext cx="50776" cy="253880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105" name="Column 103"/>
            <p:cNvSpPr/>
            <p:nvPr/>
          </p:nvSpPr>
          <p:spPr>
            <a:xfrm>
              <a:off x="1722756" y="5435947"/>
              <a:ext cx="266574" cy="50776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106" name="Column 104"/>
            <p:cNvSpPr/>
            <p:nvPr/>
          </p:nvSpPr>
          <p:spPr>
            <a:xfrm>
              <a:off x="4705852" y="5461335"/>
              <a:ext cx="101552" cy="190410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107" name="Column 105"/>
            <p:cNvSpPr/>
            <p:nvPr/>
          </p:nvSpPr>
          <p:spPr>
            <a:xfrm>
              <a:off x="6140277" y="5461335"/>
              <a:ext cx="101552" cy="190410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108" name="Column 106"/>
            <p:cNvSpPr/>
            <p:nvPr/>
          </p:nvSpPr>
          <p:spPr>
            <a:xfrm>
              <a:off x="2192435" y="5474029"/>
              <a:ext cx="101552" cy="177716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109" name="Column 107"/>
            <p:cNvSpPr/>
            <p:nvPr/>
          </p:nvSpPr>
          <p:spPr>
            <a:xfrm>
              <a:off x="2497092" y="5474029"/>
              <a:ext cx="101552" cy="177716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110" name="Column 108"/>
            <p:cNvSpPr/>
            <p:nvPr/>
          </p:nvSpPr>
          <p:spPr>
            <a:xfrm>
              <a:off x="3246039" y="5474029"/>
              <a:ext cx="88858" cy="177716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111" name="Column 109"/>
            <p:cNvSpPr/>
            <p:nvPr/>
          </p:nvSpPr>
          <p:spPr>
            <a:xfrm>
              <a:off x="6686120" y="5474029"/>
              <a:ext cx="101552" cy="177716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112" name="Column 110"/>
            <p:cNvSpPr/>
            <p:nvPr/>
          </p:nvSpPr>
          <p:spPr>
            <a:xfrm>
              <a:off x="10849759" y="5474029"/>
              <a:ext cx="101552" cy="177716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113" name="Column 111"/>
            <p:cNvSpPr/>
            <p:nvPr/>
          </p:nvSpPr>
          <p:spPr>
            <a:xfrm>
              <a:off x="3982293" y="5486723"/>
              <a:ext cx="101552" cy="190410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114" name="Column 112"/>
            <p:cNvSpPr/>
            <p:nvPr/>
          </p:nvSpPr>
          <p:spPr>
            <a:xfrm>
              <a:off x="5404023" y="5486723"/>
              <a:ext cx="114246" cy="190410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115" name="Column 113"/>
            <p:cNvSpPr/>
            <p:nvPr/>
          </p:nvSpPr>
          <p:spPr>
            <a:xfrm>
              <a:off x="8882186" y="5486723"/>
              <a:ext cx="101552" cy="190410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116" name="Column 114"/>
            <p:cNvSpPr/>
            <p:nvPr/>
          </p:nvSpPr>
          <p:spPr>
            <a:xfrm>
              <a:off x="9542275" y="5486723"/>
              <a:ext cx="101552" cy="177716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117" name="Column 115"/>
            <p:cNvSpPr/>
            <p:nvPr/>
          </p:nvSpPr>
          <p:spPr>
            <a:xfrm>
              <a:off x="10291222" y="5486723"/>
              <a:ext cx="114246" cy="177716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118" name="Column 116"/>
            <p:cNvSpPr/>
            <p:nvPr/>
          </p:nvSpPr>
          <p:spPr>
            <a:xfrm>
              <a:off x="7358903" y="5499417"/>
              <a:ext cx="101552" cy="177716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119" name="Column 117"/>
            <p:cNvSpPr/>
            <p:nvPr/>
          </p:nvSpPr>
          <p:spPr>
            <a:xfrm>
              <a:off x="8120544" y="5499417"/>
              <a:ext cx="101552" cy="177716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120" name="Column 118"/>
            <p:cNvSpPr/>
            <p:nvPr/>
          </p:nvSpPr>
          <p:spPr>
            <a:xfrm>
              <a:off x="1735451" y="5639051"/>
              <a:ext cx="253880" cy="50776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121" name="POUR-6 / DC-1 boundary"/>
            <p:cNvSpPr/>
            <p:nvPr/>
          </p:nvSpPr>
          <p:spPr>
            <a:xfrm>
              <a:off x="1608510" y="878792"/>
              <a:ext cx="2348394" cy="3236976"/>
            </a:xfrm>
            <a:prstGeom prst="rect">
              <a:avLst/>
            </a:prstGeom>
            <a:ln w="38100">
              <a:solidFill>
                <a:srgbClr val="E0A800"/>
              </a:solidFill>
              <a:prstDash val="solid"/>
            </a:ln>
          </p:spPr>
        </p:sp>
        <p:sp>
          <p:nvSpPr>
            <p:cNvPr id="122" name="POUR-6 / DC-1 label"/>
            <p:cNvSpPr/>
            <p:nvPr/>
          </p:nvSpPr>
          <p:spPr>
            <a:xfrm>
              <a:off x="1982607" y="439880"/>
              <a:ext cx="1600200" cy="329184"/>
            </a:xfrm>
            <a:prstGeom prst="roundRect">
              <a:avLst>
                <a:gd name="adj" fmla="val 16667"/>
              </a:avLst>
            </a:prstGeom>
            <a:solidFill>
              <a:srgbClr val="3A3A3A"/>
            </a:solidFill>
            <a:ln>
              <a:solidFill>
                <a:srgbClr val="3A3A3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POUR-6 / DC-1</a:t>
              </a:r>
              <a:endParaRPr lang="en-US" sz="1200" dirty="0"/>
            </a:p>
          </p:txBody>
        </p:sp>
        <p:sp>
          <p:nvSpPr>
            <p:cNvPr id="123" name="POUR-1 / DC-2 boundary"/>
            <p:cNvSpPr/>
            <p:nvPr/>
          </p:nvSpPr>
          <p:spPr>
            <a:xfrm>
              <a:off x="3956905" y="878792"/>
              <a:ext cx="2056432" cy="3236976"/>
            </a:xfrm>
            <a:prstGeom prst="rect">
              <a:avLst/>
            </a:prstGeom>
            <a:ln w="38100">
              <a:solidFill>
                <a:srgbClr val="E0A800"/>
              </a:solidFill>
              <a:prstDash val="solid"/>
            </a:ln>
          </p:spPr>
        </p:sp>
        <p:sp>
          <p:nvSpPr>
            <p:cNvPr id="124" name="POUR-1 / DC-2 label"/>
            <p:cNvSpPr/>
            <p:nvPr/>
          </p:nvSpPr>
          <p:spPr>
            <a:xfrm>
              <a:off x="4185021" y="439880"/>
              <a:ext cx="1600200" cy="329184"/>
            </a:xfrm>
            <a:prstGeom prst="roundRect">
              <a:avLst>
                <a:gd name="adj" fmla="val 16667"/>
              </a:avLst>
            </a:prstGeom>
            <a:solidFill>
              <a:srgbClr val="3A3A3A"/>
            </a:solidFill>
            <a:ln>
              <a:solidFill>
                <a:srgbClr val="3A3A3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POUR-1 / DC-2</a:t>
              </a:r>
              <a:endParaRPr lang="en-US" sz="1200" dirty="0"/>
            </a:p>
          </p:txBody>
        </p:sp>
        <p:sp>
          <p:nvSpPr>
            <p:cNvPr id="125" name="POUR-2 / DC-3 boundary"/>
            <p:cNvSpPr/>
            <p:nvPr/>
          </p:nvSpPr>
          <p:spPr>
            <a:xfrm>
              <a:off x="6013336" y="878792"/>
              <a:ext cx="3300446" cy="3236976"/>
            </a:xfrm>
            <a:prstGeom prst="rect">
              <a:avLst/>
            </a:prstGeom>
            <a:ln w="38100">
              <a:solidFill>
                <a:srgbClr val="E0A800"/>
              </a:solidFill>
              <a:prstDash val="solid"/>
            </a:ln>
          </p:spPr>
        </p:sp>
        <p:sp>
          <p:nvSpPr>
            <p:cNvPr id="126" name="POUR-2 / DC-3 label"/>
            <p:cNvSpPr/>
            <p:nvPr/>
          </p:nvSpPr>
          <p:spPr>
            <a:xfrm>
              <a:off x="6863460" y="439880"/>
              <a:ext cx="1600200" cy="329184"/>
            </a:xfrm>
            <a:prstGeom prst="roundRect">
              <a:avLst>
                <a:gd name="adj" fmla="val 16667"/>
              </a:avLst>
            </a:prstGeom>
            <a:solidFill>
              <a:srgbClr val="3A3A3A"/>
            </a:solidFill>
            <a:ln>
              <a:solidFill>
                <a:srgbClr val="3A3A3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POUR-2 / DC-3</a:t>
              </a:r>
              <a:endParaRPr lang="en-US" sz="1200" dirty="0"/>
            </a:p>
          </p:txBody>
        </p:sp>
        <p:sp>
          <p:nvSpPr>
            <p:cNvPr id="127" name="POUR-3 / DC-4 boundary"/>
            <p:cNvSpPr/>
            <p:nvPr/>
          </p:nvSpPr>
          <p:spPr>
            <a:xfrm>
              <a:off x="9313783" y="878792"/>
              <a:ext cx="1662917" cy="3236976"/>
            </a:xfrm>
            <a:prstGeom prst="rect">
              <a:avLst/>
            </a:prstGeom>
            <a:ln w="38100">
              <a:solidFill>
                <a:srgbClr val="E0A800"/>
              </a:solidFill>
              <a:prstDash val="solid"/>
            </a:ln>
          </p:spPr>
        </p:sp>
        <p:sp>
          <p:nvSpPr>
            <p:cNvPr id="128" name="POUR-3 / DC-4 label"/>
            <p:cNvSpPr/>
            <p:nvPr/>
          </p:nvSpPr>
          <p:spPr>
            <a:xfrm>
              <a:off x="9345141" y="439880"/>
              <a:ext cx="1600200" cy="329184"/>
            </a:xfrm>
            <a:prstGeom prst="roundRect">
              <a:avLst>
                <a:gd name="adj" fmla="val 16667"/>
              </a:avLst>
            </a:prstGeom>
            <a:solidFill>
              <a:srgbClr val="3A3A3A"/>
            </a:solidFill>
            <a:ln>
              <a:solidFill>
                <a:srgbClr val="3A3A3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POUR-3 / DC-4</a:t>
              </a:r>
              <a:endParaRPr lang="en-US" sz="1200" dirty="0"/>
            </a:p>
          </p:txBody>
        </p:sp>
        <p:sp>
          <p:nvSpPr>
            <p:cNvPr id="129" name="POUR-5 / DC-2A boundary"/>
            <p:cNvSpPr/>
            <p:nvPr/>
          </p:nvSpPr>
          <p:spPr>
            <a:xfrm>
              <a:off x="1608510" y="4115768"/>
              <a:ext cx="4430214" cy="1675611"/>
            </a:xfrm>
            <a:prstGeom prst="rect">
              <a:avLst/>
            </a:prstGeom>
            <a:ln w="38100">
              <a:solidFill>
                <a:srgbClr val="E0A800"/>
              </a:solidFill>
              <a:prstDash val="solid"/>
            </a:ln>
          </p:spPr>
        </p:sp>
        <p:sp>
          <p:nvSpPr>
            <p:cNvPr id="130" name="POUR-5 / DC-2A label"/>
            <p:cNvSpPr/>
            <p:nvPr/>
          </p:nvSpPr>
          <p:spPr>
            <a:xfrm>
              <a:off x="3023517" y="5901107"/>
              <a:ext cx="1600200" cy="329184"/>
            </a:xfrm>
            <a:prstGeom prst="roundRect">
              <a:avLst>
                <a:gd name="adj" fmla="val 16667"/>
              </a:avLst>
            </a:prstGeom>
            <a:solidFill>
              <a:srgbClr val="3A3A3A"/>
            </a:solidFill>
            <a:ln>
              <a:solidFill>
                <a:srgbClr val="3A3A3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POUR-5 / DC-2A</a:t>
              </a:r>
              <a:endParaRPr lang="en-US" sz="1200" dirty="0"/>
            </a:p>
          </p:txBody>
        </p:sp>
        <p:sp>
          <p:nvSpPr>
            <p:cNvPr id="131" name="POUR-4 / DC-4A boundary"/>
            <p:cNvSpPr/>
            <p:nvPr/>
          </p:nvSpPr>
          <p:spPr>
            <a:xfrm>
              <a:off x="6038724" y="4115768"/>
              <a:ext cx="4937975" cy="1675611"/>
            </a:xfrm>
            <a:prstGeom prst="rect">
              <a:avLst/>
            </a:prstGeom>
            <a:ln w="38100">
              <a:solidFill>
                <a:srgbClr val="E0A800"/>
              </a:solidFill>
              <a:prstDash val="solid"/>
            </a:ln>
          </p:spPr>
        </p:sp>
        <p:sp>
          <p:nvSpPr>
            <p:cNvPr id="132" name="POUR-4 / DC-4A label"/>
            <p:cNvSpPr/>
            <p:nvPr/>
          </p:nvSpPr>
          <p:spPr>
            <a:xfrm>
              <a:off x="7707612" y="5901107"/>
              <a:ext cx="1600200" cy="329184"/>
            </a:xfrm>
            <a:prstGeom prst="roundRect">
              <a:avLst>
                <a:gd name="adj" fmla="val 16667"/>
              </a:avLst>
            </a:prstGeom>
            <a:solidFill>
              <a:srgbClr val="3A3A3A"/>
            </a:solidFill>
            <a:ln>
              <a:solidFill>
                <a:srgbClr val="3A3A3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POUR-4 / DC-4A</a:t>
              </a:r>
              <a:endParaRPr lang="en-US" sz="1200" dirty="0"/>
            </a:p>
          </p:txBody>
        </p:sp>
        <p:sp>
          <p:nvSpPr>
            <p:cNvPr id="136" name="Column 47">
              <a:extLst>
                <a:ext uri="{FF2B5EF4-FFF2-40B4-BE49-F238E27FC236}">
                  <a16:creationId xmlns:a16="http://schemas.microsoft.com/office/drawing/2014/main" id="{723FD18A-91CA-D97F-6818-DFA8013A0D4D}"/>
                </a:ext>
              </a:extLst>
            </p:cNvPr>
            <p:cNvSpPr/>
            <p:nvPr/>
          </p:nvSpPr>
          <p:spPr>
            <a:xfrm>
              <a:off x="1661259" y="1234225"/>
              <a:ext cx="342739" cy="50776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138" name="Column 49">
              <a:extLst>
                <a:ext uri="{FF2B5EF4-FFF2-40B4-BE49-F238E27FC236}">
                  <a16:creationId xmlns:a16="http://schemas.microsoft.com/office/drawing/2014/main" id="{B89F8760-C447-E36D-24AC-42E8D45D72DB}"/>
                </a:ext>
              </a:extLst>
            </p:cNvPr>
            <p:cNvSpPr/>
            <p:nvPr/>
          </p:nvSpPr>
          <p:spPr>
            <a:xfrm>
              <a:off x="1668636" y="1276161"/>
              <a:ext cx="50776" cy="317351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</p:grpSp>
      <p:sp>
        <p:nvSpPr>
          <p:cNvPr id="137" name="Slide title">
            <a:extLst>
              <a:ext uri="{FF2B5EF4-FFF2-40B4-BE49-F238E27FC236}">
                <a16:creationId xmlns:a16="http://schemas.microsoft.com/office/drawing/2014/main" id="{9E829436-FE27-66E2-8BA2-EED4D78AC913}"/>
              </a:ext>
            </a:extLst>
          </p:cNvPr>
          <p:cNvSpPr txBox="1"/>
          <p:nvPr/>
        </p:nvSpPr>
        <p:spPr>
          <a:xfrm>
            <a:off x="299220" y="255488"/>
            <a:ext cx="3988108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 b="1" u="sng" dirty="0">
                <a:solidFill>
                  <a:srgbClr val="000000"/>
                </a:solidFill>
                <a:latin typeface="Calibri" panose="020F0502020204030204" pitchFamily="34" charset="0"/>
              </a:rPr>
              <a:t>DC Building – DC 1 to 4A  - Columns RCC – GF-1F </a:t>
            </a:r>
          </a:p>
        </p:txBody>
      </p:sp>
      <p:cxnSp>
        <p:nvCxnSpPr>
          <p:cNvPr id="147" name="Bottom separator">
            <a:extLst>
              <a:ext uri="{FF2B5EF4-FFF2-40B4-BE49-F238E27FC236}">
                <a16:creationId xmlns:a16="http://schemas.microsoft.com/office/drawing/2014/main" id="{2D2218D4-CE11-584D-8BB3-84A1E973DDA6}"/>
              </a:ext>
            </a:extLst>
          </p:cNvPr>
          <p:cNvCxnSpPr/>
          <p:nvPr/>
        </p:nvCxnSpPr>
        <p:spPr>
          <a:xfrm>
            <a:off x="101600" y="6756400"/>
            <a:ext cx="11988800" cy="0"/>
          </a:xfrm>
          <a:prstGeom prst="line">
            <a:avLst/>
          </a:prstGeom>
          <a:ln w="15875" cap="rnd">
            <a:solidFill>
              <a:srgbClr val="404040"/>
            </a:solidFill>
            <a:prstDash val="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Drawing">
            <a:extLst>
              <a:ext uri="{FF2B5EF4-FFF2-40B4-BE49-F238E27FC236}">
                <a16:creationId xmlns:a16="http://schemas.microsoft.com/office/drawing/2014/main" id="{A8103DFF-29B7-8F43-ABE8-3ED0D9829AFA}"/>
              </a:ext>
            </a:extLst>
          </p:cNvPr>
          <p:cNvGrpSpPr>
            <a:grpSpLocks noChangeAspect="1"/>
          </p:cNvGrpSpPr>
          <p:nvPr/>
        </p:nvGrpSpPr>
        <p:grpSpPr>
          <a:xfrm>
            <a:off x="297863" y="1270001"/>
            <a:ext cx="9437274" cy="5359399"/>
            <a:chOff x="701040" y="276486"/>
            <a:chExt cx="10789920" cy="6127563"/>
          </a:xfrm>
        </p:grpSpPr>
        <p:pic>
          <p:nvPicPr>
            <p:cNvPr id="2" name="Image 0" descr="plan_fa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1040" y="453951"/>
              <a:ext cx="10789920" cy="5820878"/>
            </a:xfrm>
            <a:prstGeom prst="rect">
              <a:avLst/>
            </a:prstGeom>
          </p:spPr>
        </p:pic>
        <p:sp>
          <p:nvSpPr>
            <p:cNvPr id="3" name="POUR-6 / DC-1 boundary"/>
            <p:cNvSpPr/>
            <p:nvPr/>
          </p:nvSpPr>
          <p:spPr>
            <a:xfrm>
              <a:off x="1126805" y="660534"/>
              <a:ext cx="2531845" cy="3501992"/>
            </a:xfrm>
            <a:prstGeom prst="rect">
              <a:avLst/>
            </a:prstGeom>
            <a:ln w="57150">
              <a:solidFill>
                <a:srgbClr val="E0A800"/>
              </a:solidFill>
              <a:prstDash val="solid"/>
            </a:ln>
          </p:spPr>
        </p:sp>
        <p:sp>
          <p:nvSpPr>
            <p:cNvPr id="4" name="POUR-1 / DC-2 boundary"/>
            <p:cNvSpPr/>
            <p:nvPr/>
          </p:nvSpPr>
          <p:spPr>
            <a:xfrm>
              <a:off x="3658651" y="660534"/>
              <a:ext cx="2271562" cy="3501992"/>
            </a:xfrm>
            <a:prstGeom prst="rect">
              <a:avLst/>
            </a:prstGeom>
            <a:ln w="57150">
              <a:solidFill>
                <a:srgbClr val="E0A800"/>
              </a:solidFill>
              <a:prstDash val="solid"/>
            </a:ln>
          </p:spPr>
        </p:sp>
        <p:sp>
          <p:nvSpPr>
            <p:cNvPr id="5" name="POUR-2 / DC-3 boundary"/>
            <p:cNvSpPr/>
            <p:nvPr/>
          </p:nvSpPr>
          <p:spPr>
            <a:xfrm>
              <a:off x="5930213" y="660534"/>
              <a:ext cx="3584809" cy="3501992"/>
            </a:xfrm>
            <a:prstGeom prst="rect">
              <a:avLst/>
            </a:prstGeom>
            <a:ln w="57150">
              <a:solidFill>
                <a:srgbClr val="E0A800"/>
              </a:solidFill>
              <a:prstDash val="solid"/>
            </a:ln>
          </p:spPr>
        </p:sp>
        <p:sp>
          <p:nvSpPr>
            <p:cNvPr id="6" name="POUR-3 / DC-4 boundary"/>
            <p:cNvSpPr/>
            <p:nvPr/>
          </p:nvSpPr>
          <p:spPr>
            <a:xfrm>
              <a:off x="9515022" y="660534"/>
              <a:ext cx="1833813" cy="3501992"/>
            </a:xfrm>
            <a:prstGeom prst="rect">
              <a:avLst/>
            </a:prstGeom>
            <a:ln w="57150">
              <a:solidFill>
                <a:srgbClr val="E0A800"/>
              </a:solidFill>
              <a:prstDash val="solid"/>
            </a:ln>
          </p:spPr>
        </p:sp>
        <p:sp>
          <p:nvSpPr>
            <p:cNvPr id="7" name="POUR-4 / DC-4A boundary"/>
            <p:cNvSpPr/>
            <p:nvPr/>
          </p:nvSpPr>
          <p:spPr>
            <a:xfrm>
              <a:off x="5930213" y="4162525"/>
              <a:ext cx="5418622" cy="1857475"/>
            </a:xfrm>
            <a:prstGeom prst="rect">
              <a:avLst/>
            </a:prstGeom>
            <a:ln w="57150">
              <a:solidFill>
                <a:srgbClr val="E0A800"/>
              </a:solidFill>
              <a:prstDash val="solid"/>
            </a:ln>
          </p:spPr>
        </p:sp>
        <p:sp>
          <p:nvSpPr>
            <p:cNvPr id="8" name="POUR-5 / DC-2A boundary"/>
            <p:cNvSpPr/>
            <p:nvPr/>
          </p:nvSpPr>
          <p:spPr>
            <a:xfrm>
              <a:off x="1126805" y="4162525"/>
              <a:ext cx="4803407" cy="1857475"/>
            </a:xfrm>
            <a:prstGeom prst="rect">
              <a:avLst/>
            </a:prstGeom>
            <a:ln w="57150">
              <a:solidFill>
                <a:srgbClr val="E0A800"/>
              </a:solidFill>
              <a:prstDash val="solid"/>
            </a:ln>
          </p:spPr>
        </p:sp>
        <p:sp>
          <p:nvSpPr>
            <p:cNvPr id="9" name="POUR-6 / DC-1 label"/>
            <p:cNvSpPr/>
            <p:nvPr/>
          </p:nvSpPr>
          <p:spPr>
            <a:xfrm>
              <a:off x="1684068" y="276486"/>
              <a:ext cx="1417320" cy="310896"/>
            </a:xfrm>
            <a:prstGeom prst="roundRect">
              <a:avLst>
                <a:gd name="adj" fmla="val 17647"/>
              </a:avLst>
            </a:prstGeom>
            <a:solidFill>
              <a:srgbClr val="3A3A3A"/>
            </a:solidFill>
            <a:ln w="9525">
              <a:solidFill>
                <a:srgbClr val="BFBFBF"/>
              </a:solidFill>
            </a:ln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POUR-6 / DC-1</a:t>
              </a:r>
              <a:endParaRPr lang="en-US" sz="1200" dirty="0"/>
            </a:p>
          </p:txBody>
        </p:sp>
        <p:sp>
          <p:nvSpPr>
            <p:cNvPr id="10" name="POUR-1 / DC-2 label"/>
            <p:cNvSpPr/>
            <p:nvPr/>
          </p:nvSpPr>
          <p:spPr>
            <a:xfrm>
              <a:off x="4085772" y="276486"/>
              <a:ext cx="1417320" cy="310896"/>
            </a:xfrm>
            <a:prstGeom prst="roundRect">
              <a:avLst>
                <a:gd name="adj" fmla="val 17647"/>
              </a:avLst>
            </a:prstGeom>
            <a:solidFill>
              <a:srgbClr val="3A3A3A"/>
            </a:solidFill>
            <a:ln w="9525">
              <a:solidFill>
                <a:srgbClr val="BFBFBF"/>
              </a:solidFill>
            </a:ln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POUR-1 / DC-2</a:t>
              </a:r>
              <a:endParaRPr lang="en-US" sz="1200" dirty="0"/>
            </a:p>
          </p:txBody>
        </p:sp>
        <p:sp>
          <p:nvSpPr>
            <p:cNvPr id="11" name="POUR-2 / DC-3 label"/>
            <p:cNvSpPr/>
            <p:nvPr/>
          </p:nvSpPr>
          <p:spPr>
            <a:xfrm>
              <a:off x="7013957" y="276486"/>
              <a:ext cx="1417320" cy="310896"/>
            </a:xfrm>
            <a:prstGeom prst="roundRect">
              <a:avLst>
                <a:gd name="adj" fmla="val 17647"/>
              </a:avLst>
            </a:prstGeom>
            <a:solidFill>
              <a:srgbClr val="3A3A3A"/>
            </a:solidFill>
            <a:ln w="9525">
              <a:solidFill>
                <a:srgbClr val="BFBFBF"/>
              </a:solidFill>
            </a:ln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POUR-2 / DC-3</a:t>
              </a:r>
              <a:endParaRPr lang="en-US" sz="1200" dirty="0"/>
            </a:p>
          </p:txBody>
        </p:sp>
        <p:sp>
          <p:nvSpPr>
            <p:cNvPr id="12" name="POUR-3 / DC-4 label"/>
            <p:cNvSpPr/>
            <p:nvPr/>
          </p:nvSpPr>
          <p:spPr>
            <a:xfrm>
              <a:off x="9723268" y="276486"/>
              <a:ext cx="1417320" cy="310896"/>
            </a:xfrm>
            <a:prstGeom prst="roundRect">
              <a:avLst>
                <a:gd name="adj" fmla="val 17647"/>
              </a:avLst>
            </a:prstGeom>
            <a:solidFill>
              <a:srgbClr val="3A3A3A"/>
            </a:solidFill>
            <a:ln w="9525">
              <a:solidFill>
                <a:srgbClr val="BFBFBF"/>
              </a:solidFill>
            </a:ln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POUR-3 / DC-4</a:t>
              </a:r>
              <a:endParaRPr lang="en-US" sz="1200" dirty="0"/>
            </a:p>
          </p:txBody>
        </p:sp>
        <p:sp>
          <p:nvSpPr>
            <p:cNvPr id="13" name="POUR-4 / DC-4A label"/>
            <p:cNvSpPr/>
            <p:nvPr/>
          </p:nvSpPr>
          <p:spPr>
            <a:xfrm>
              <a:off x="7930864" y="6093153"/>
              <a:ext cx="1417320" cy="310896"/>
            </a:xfrm>
            <a:prstGeom prst="roundRect">
              <a:avLst>
                <a:gd name="adj" fmla="val 17647"/>
              </a:avLst>
            </a:prstGeom>
            <a:solidFill>
              <a:srgbClr val="3A3A3A"/>
            </a:solidFill>
            <a:ln w="9525">
              <a:solidFill>
                <a:srgbClr val="BFBFBF"/>
              </a:solidFill>
            </a:ln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POUR-4 / DC-4A</a:t>
              </a:r>
              <a:endParaRPr lang="en-US" sz="1200" dirty="0"/>
            </a:p>
          </p:txBody>
        </p:sp>
        <p:sp>
          <p:nvSpPr>
            <p:cNvPr id="14" name="POUR-5 / DC-2A label"/>
            <p:cNvSpPr/>
            <p:nvPr/>
          </p:nvSpPr>
          <p:spPr>
            <a:xfrm>
              <a:off x="2819849" y="6093153"/>
              <a:ext cx="1417320" cy="310896"/>
            </a:xfrm>
            <a:prstGeom prst="roundRect">
              <a:avLst>
                <a:gd name="adj" fmla="val 17647"/>
              </a:avLst>
            </a:prstGeom>
            <a:solidFill>
              <a:srgbClr val="3A3A3A"/>
            </a:solidFill>
            <a:ln w="9525">
              <a:solidFill>
                <a:srgbClr val="BFBFBF"/>
              </a:solidFill>
            </a:ln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POUR-5 / DC-2A</a:t>
              </a:r>
              <a:endParaRPr lang="en-US" sz="1200" dirty="0"/>
            </a:p>
          </p:txBody>
        </p:sp>
        <p:sp>
          <p:nvSpPr>
            <p:cNvPr id="17" name="Column 31">
              <a:extLst>
                <a:ext uri="{FF2B5EF4-FFF2-40B4-BE49-F238E27FC236}">
                  <a16:creationId xmlns:a16="http://schemas.microsoft.com/office/drawing/2014/main" id="{79A7CFE5-4EE0-F623-689B-E94FF6882753}"/>
                </a:ext>
              </a:extLst>
            </p:cNvPr>
            <p:cNvSpPr/>
            <p:nvPr/>
          </p:nvSpPr>
          <p:spPr>
            <a:xfrm>
              <a:off x="10494327" y="1389027"/>
              <a:ext cx="507761" cy="50776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19" name="Column 32">
              <a:extLst>
                <a:ext uri="{FF2B5EF4-FFF2-40B4-BE49-F238E27FC236}">
                  <a16:creationId xmlns:a16="http://schemas.microsoft.com/office/drawing/2014/main" id="{FF8985FB-396E-EF90-7FF6-0EA7F9DFB36B}"/>
                </a:ext>
              </a:extLst>
            </p:cNvPr>
            <p:cNvSpPr/>
            <p:nvPr/>
          </p:nvSpPr>
          <p:spPr>
            <a:xfrm>
              <a:off x="10507021" y="1452498"/>
              <a:ext cx="63470" cy="190410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21" name="Column 33">
              <a:extLst>
                <a:ext uri="{FF2B5EF4-FFF2-40B4-BE49-F238E27FC236}">
                  <a16:creationId xmlns:a16="http://schemas.microsoft.com/office/drawing/2014/main" id="{335F8672-3399-3494-B52E-9BD4D5117212}"/>
                </a:ext>
              </a:extLst>
            </p:cNvPr>
            <p:cNvSpPr/>
            <p:nvPr/>
          </p:nvSpPr>
          <p:spPr>
            <a:xfrm>
              <a:off x="10735514" y="1452498"/>
              <a:ext cx="63470" cy="190410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23" name="Column 34">
              <a:extLst>
                <a:ext uri="{FF2B5EF4-FFF2-40B4-BE49-F238E27FC236}">
                  <a16:creationId xmlns:a16="http://schemas.microsoft.com/office/drawing/2014/main" id="{41A7469F-C495-FA97-D6AB-E9F11C75FA6E}"/>
                </a:ext>
              </a:extLst>
            </p:cNvPr>
            <p:cNvSpPr/>
            <p:nvPr/>
          </p:nvSpPr>
          <p:spPr>
            <a:xfrm>
              <a:off x="10938618" y="1452498"/>
              <a:ext cx="63470" cy="190410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25" name="Column 47">
              <a:extLst>
                <a:ext uri="{FF2B5EF4-FFF2-40B4-BE49-F238E27FC236}">
                  <a16:creationId xmlns:a16="http://schemas.microsoft.com/office/drawing/2014/main" id="{90F2DC56-1AA5-3FBA-349D-C70B9EADA7B4}"/>
                </a:ext>
              </a:extLst>
            </p:cNvPr>
            <p:cNvSpPr/>
            <p:nvPr/>
          </p:nvSpPr>
          <p:spPr>
            <a:xfrm>
              <a:off x="10659349" y="2757916"/>
              <a:ext cx="342739" cy="50776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27" name="Column 48">
              <a:extLst>
                <a:ext uri="{FF2B5EF4-FFF2-40B4-BE49-F238E27FC236}">
                  <a16:creationId xmlns:a16="http://schemas.microsoft.com/office/drawing/2014/main" id="{70B6D48A-125B-B4A7-6BFD-0953281FA987}"/>
                </a:ext>
              </a:extLst>
            </p:cNvPr>
            <p:cNvSpPr/>
            <p:nvPr/>
          </p:nvSpPr>
          <p:spPr>
            <a:xfrm>
              <a:off x="10989394" y="2795998"/>
              <a:ext cx="50776" cy="317351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29" name="Column 49">
              <a:extLst>
                <a:ext uri="{FF2B5EF4-FFF2-40B4-BE49-F238E27FC236}">
                  <a16:creationId xmlns:a16="http://schemas.microsoft.com/office/drawing/2014/main" id="{3B681134-073D-D652-3B25-63A7AC9F523F}"/>
                </a:ext>
              </a:extLst>
            </p:cNvPr>
            <p:cNvSpPr/>
            <p:nvPr/>
          </p:nvSpPr>
          <p:spPr>
            <a:xfrm>
              <a:off x="10659349" y="2808692"/>
              <a:ext cx="50776" cy="317351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31" name="Column 64">
              <a:extLst>
                <a:ext uri="{FF2B5EF4-FFF2-40B4-BE49-F238E27FC236}">
                  <a16:creationId xmlns:a16="http://schemas.microsoft.com/office/drawing/2014/main" id="{04B79023-F465-C4D1-3ED6-5071CC81B702}"/>
                </a:ext>
              </a:extLst>
            </p:cNvPr>
            <p:cNvSpPr/>
            <p:nvPr/>
          </p:nvSpPr>
          <p:spPr>
            <a:xfrm>
              <a:off x="10633961" y="3864218"/>
              <a:ext cx="38082" cy="266574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33" name="Column 65">
              <a:extLst>
                <a:ext uri="{FF2B5EF4-FFF2-40B4-BE49-F238E27FC236}">
                  <a16:creationId xmlns:a16="http://schemas.microsoft.com/office/drawing/2014/main" id="{FDD6FBE1-F3F3-CAAB-C2F1-389AE9581A8F}"/>
                </a:ext>
              </a:extLst>
            </p:cNvPr>
            <p:cNvSpPr/>
            <p:nvPr/>
          </p:nvSpPr>
          <p:spPr>
            <a:xfrm>
              <a:off x="10951312" y="3864218"/>
              <a:ext cx="50776" cy="266574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  <p:sp>
          <p:nvSpPr>
            <p:cNvPr id="35" name="Column 76">
              <a:extLst>
                <a:ext uri="{FF2B5EF4-FFF2-40B4-BE49-F238E27FC236}">
                  <a16:creationId xmlns:a16="http://schemas.microsoft.com/office/drawing/2014/main" id="{0CC68E43-C733-A46D-12D1-C1D3575EF248}"/>
                </a:ext>
              </a:extLst>
            </p:cNvPr>
            <p:cNvSpPr/>
            <p:nvPr/>
          </p:nvSpPr>
          <p:spPr>
            <a:xfrm>
              <a:off x="10646655" y="4130792"/>
              <a:ext cx="342739" cy="50776"/>
            </a:xfrm>
            <a:prstGeom prst="rect">
              <a:avLst/>
            </a:prstGeom>
            <a:solidFill>
              <a:srgbClr val="3DAA4F"/>
            </a:solidFill>
            <a:ln w="9525">
              <a:solidFill>
                <a:srgbClr val="1F6B2C"/>
              </a:solidFill>
              <a:prstDash val="solid"/>
            </a:ln>
          </p:spPr>
        </p:sp>
      </p:grpSp>
      <p:cxnSp>
        <p:nvCxnSpPr>
          <p:cNvPr id="37" name="Bottom separator">
            <a:extLst>
              <a:ext uri="{FF2B5EF4-FFF2-40B4-BE49-F238E27FC236}">
                <a16:creationId xmlns:a16="http://schemas.microsoft.com/office/drawing/2014/main" id="{2BF69539-B5EE-0EA3-1A62-F72F84C7B562}"/>
              </a:ext>
            </a:extLst>
          </p:cNvPr>
          <p:cNvCxnSpPr/>
          <p:nvPr/>
        </p:nvCxnSpPr>
        <p:spPr>
          <a:xfrm>
            <a:off x="101600" y="6756400"/>
            <a:ext cx="11988800" cy="0"/>
          </a:xfrm>
          <a:prstGeom prst="line">
            <a:avLst/>
          </a:prstGeom>
          <a:ln w="15875" cap="rnd">
            <a:solidFill>
              <a:srgbClr val="404040"/>
            </a:solidFill>
            <a:prstDash val="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olumn 57">
            <a:extLst>
              <a:ext uri="{FF2B5EF4-FFF2-40B4-BE49-F238E27FC236}">
                <a16:creationId xmlns:a16="http://schemas.microsoft.com/office/drawing/2014/main" id="{3A614035-63C3-DA98-1786-2F22AE1D33CF}"/>
              </a:ext>
            </a:extLst>
          </p:cNvPr>
          <p:cNvSpPr/>
          <p:nvPr/>
        </p:nvSpPr>
        <p:spPr>
          <a:xfrm>
            <a:off x="8189046" y="4854536"/>
            <a:ext cx="93993" cy="164488"/>
          </a:xfrm>
          <a:prstGeom prst="rect">
            <a:avLst/>
          </a:prstGeom>
          <a:solidFill>
            <a:srgbClr val="3DAA4F"/>
          </a:solidFill>
          <a:ln w="9525">
            <a:solidFill>
              <a:srgbClr val="1F6B2C"/>
            </a:solidFill>
            <a:prstDash val="solid"/>
          </a:ln>
        </p:spPr>
      </p:sp>
      <p:sp>
        <p:nvSpPr>
          <p:cNvPr id="40" name="Column 57">
            <a:extLst>
              <a:ext uri="{FF2B5EF4-FFF2-40B4-BE49-F238E27FC236}">
                <a16:creationId xmlns:a16="http://schemas.microsoft.com/office/drawing/2014/main" id="{C5A2E827-A183-B471-74A8-FD4E53CD45B2}"/>
              </a:ext>
            </a:extLst>
          </p:cNvPr>
          <p:cNvSpPr/>
          <p:nvPr/>
        </p:nvSpPr>
        <p:spPr>
          <a:xfrm>
            <a:off x="7564698" y="4889218"/>
            <a:ext cx="93993" cy="164488"/>
          </a:xfrm>
          <a:prstGeom prst="rect">
            <a:avLst/>
          </a:prstGeom>
          <a:solidFill>
            <a:srgbClr val="3DAA4F"/>
          </a:solidFill>
          <a:ln w="9525">
            <a:solidFill>
              <a:srgbClr val="1F6B2C"/>
            </a:solidFill>
            <a:prstDash val="solid"/>
          </a:ln>
        </p:spPr>
      </p:sp>
      <p:sp>
        <p:nvSpPr>
          <p:cNvPr id="42" name="Column 57">
            <a:extLst>
              <a:ext uri="{FF2B5EF4-FFF2-40B4-BE49-F238E27FC236}">
                <a16:creationId xmlns:a16="http://schemas.microsoft.com/office/drawing/2014/main" id="{09290FDF-7DE5-0B30-AC4E-C303887D987E}"/>
              </a:ext>
            </a:extLst>
          </p:cNvPr>
          <p:cNvSpPr/>
          <p:nvPr/>
        </p:nvSpPr>
        <p:spPr>
          <a:xfrm>
            <a:off x="6825616" y="4869495"/>
            <a:ext cx="93993" cy="164488"/>
          </a:xfrm>
          <a:prstGeom prst="rect">
            <a:avLst/>
          </a:prstGeom>
          <a:solidFill>
            <a:srgbClr val="3DAA4F"/>
          </a:solidFill>
          <a:ln w="9525">
            <a:solidFill>
              <a:srgbClr val="1F6B2C"/>
            </a:solidFill>
            <a:prstDash val="solid"/>
          </a:ln>
        </p:spPr>
      </p:sp>
      <p:sp>
        <p:nvSpPr>
          <p:cNvPr id="39" name="Slide title">
            <a:extLst>
              <a:ext uri="{FF2B5EF4-FFF2-40B4-BE49-F238E27FC236}">
                <a16:creationId xmlns:a16="http://schemas.microsoft.com/office/drawing/2014/main" id="{DA4A848F-6820-EF22-5236-8E32482F64C7}"/>
              </a:ext>
            </a:extLst>
          </p:cNvPr>
          <p:cNvSpPr txBox="1"/>
          <p:nvPr/>
        </p:nvSpPr>
        <p:spPr>
          <a:xfrm>
            <a:off x="299220" y="255488"/>
            <a:ext cx="41987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 b="1" u="sng" dirty="0">
                <a:solidFill>
                  <a:srgbClr val="000000"/>
                </a:solidFill>
                <a:latin typeface="Calibri" panose="020F0502020204030204" pitchFamily="34" charset="0"/>
              </a:rPr>
              <a:t>DC Building – DC 1 to 4A  - Columns RCC -1F – 2F</a:t>
            </a:r>
          </a:p>
          <a:p>
            <a:endParaRPr lang="en-IN" sz="1400" b="1" u="sng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Drawing">
            <a:extLst>
              <a:ext uri="{FF2B5EF4-FFF2-40B4-BE49-F238E27FC236}">
                <a16:creationId xmlns:a16="http://schemas.microsoft.com/office/drawing/2014/main" id="{87997634-C372-1646-9965-681974C45316}"/>
              </a:ext>
            </a:extLst>
          </p:cNvPr>
          <p:cNvGrpSpPr>
            <a:grpSpLocks noChangeAspect="1"/>
          </p:cNvGrpSpPr>
          <p:nvPr/>
        </p:nvGrpSpPr>
        <p:grpSpPr>
          <a:xfrm>
            <a:off x="953663" y="1270000"/>
            <a:ext cx="8125673" cy="5359400"/>
            <a:chOff x="1648412" y="374089"/>
            <a:chExt cx="8894870" cy="5866735"/>
          </a:xfrm>
        </p:grpSpPr>
        <p:pic>
          <p:nvPicPr>
            <p:cNvPr id="2" name="Base drawing" descr="base3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48412" y="868680"/>
              <a:ext cx="8894870" cy="5257800"/>
            </a:xfrm>
            <a:prstGeom prst="rect">
              <a:avLst/>
            </a:prstGeom>
          </p:spPr>
        </p:pic>
        <p:sp>
          <p:nvSpPr>
            <p:cNvPr id="3" name="POUR-6 / DC-1 area"/>
            <p:cNvSpPr/>
            <p:nvPr/>
          </p:nvSpPr>
          <p:spPr>
            <a:xfrm>
              <a:off x="2133355" y="945250"/>
              <a:ext cx="2003579" cy="3075558"/>
            </a:xfrm>
            <a:prstGeom prst="rect">
              <a:avLst/>
            </a:prstGeom>
            <a:solidFill>
              <a:srgbClr val="4CD964">
                <a:alpha val="45000"/>
              </a:srgbClr>
            </a:solidFill>
            <a:ln w="31750">
              <a:solidFill>
                <a:srgbClr val="22B822"/>
              </a:solidFill>
              <a:prstDash val="solid"/>
            </a:ln>
          </p:spPr>
        </p:sp>
        <p:sp>
          <p:nvSpPr>
            <p:cNvPr id="4" name="POUR-6 / DC-1 label"/>
            <p:cNvSpPr/>
            <p:nvPr/>
          </p:nvSpPr>
          <p:spPr>
            <a:xfrm>
              <a:off x="2278311" y="374089"/>
              <a:ext cx="1600200" cy="329184"/>
            </a:xfrm>
            <a:prstGeom prst="roundRect">
              <a:avLst>
                <a:gd name="adj" fmla="val 16667"/>
              </a:avLst>
            </a:prstGeom>
            <a:solidFill>
              <a:srgbClr val="3A3A3A"/>
            </a:solidFill>
            <a:ln>
              <a:solidFill>
                <a:srgbClr val="3A3A3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POUR-6 / DC-1</a:t>
              </a:r>
              <a:endParaRPr lang="en-US" sz="1200" dirty="0"/>
            </a:p>
          </p:txBody>
        </p:sp>
        <p:sp>
          <p:nvSpPr>
            <p:cNvPr id="5" name="POUR-1 / DC-2 area"/>
            <p:cNvSpPr/>
            <p:nvPr/>
          </p:nvSpPr>
          <p:spPr>
            <a:xfrm>
              <a:off x="4136934" y="945250"/>
              <a:ext cx="1786631" cy="3075558"/>
            </a:xfrm>
            <a:prstGeom prst="rect">
              <a:avLst/>
            </a:prstGeom>
            <a:solidFill>
              <a:srgbClr val="4CD964">
                <a:alpha val="45000"/>
              </a:srgbClr>
            </a:solidFill>
            <a:ln w="31750">
              <a:solidFill>
                <a:srgbClr val="22B822"/>
              </a:solidFill>
              <a:prstDash val="solid"/>
            </a:ln>
          </p:spPr>
        </p:sp>
        <p:sp>
          <p:nvSpPr>
            <p:cNvPr id="6" name="POUR-1 / DC-2 label"/>
            <p:cNvSpPr/>
            <p:nvPr/>
          </p:nvSpPr>
          <p:spPr>
            <a:xfrm>
              <a:off x="4323365" y="375022"/>
              <a:ext cx="1600200" cy="329184"/>
            </a:xfrm>
            <a:prstGeom prst="roundRect">
              <a:avLst>
                <a:gd name="adj" fmla="val 16667"/>
              </a:avLst>
            </a:prstGeom>
            <a:solidFill>
              <a:srgbClr val="3A3A3A"/>
            </a:solidFill>
            <a:ln>
              <a:solidFill>
                <a:srgbClr val="3A3A3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POUR-1 / DC-2</a:t>
              </a:r>
              <a:endParaRPr lang="en-US" sz="1200" dirty="0"/>
            </a:p>
          </p:txBody>
        </p:sp>
        <p:sp>
          <p:nvSpPr>
            <p:cNvPr id="7" name="POUR-2 / DC-3 area"/>
            <p:cNvSpPr/>
            <p:nvPr/>
          </p:nvSpPr>
          <p:spPr>
            <a:xfrm>
              <a:off x="5936327" y="945250"/>
              <a:ext cx="2820325" cy="3075558"/>
            </a:xfrm>
            <a:prstGeom prst="rect">
              <a:avLst/>
            </a:prstGeom>
            <a:solidFill>
              <a:srgbClr val="4CD964">
                <a:alpha val="45000"/>
              </a:srgbClr>
            </a:solidFill>
            <a:ln w="31750">
              <a:solidFill>
                <a:srgbClr val="22B822"/>
              </a:solidFill>
              <a:prstDash val="solid"/>
            </a:ln>
          </p:spPr>
        </p:sp>
        <p:sp>
          <p:nvSpPr>
            <p:cNvPr id="8" name="POUR-2 / DC-3 label"/>
            <p:cNvSpPr/>
            <p:nvPr/>
          </p:nvSpPr>
          <p:spPr>
            <a:xfrm>
              <a:off x="6533628" y="397809"/>
              <a:ext cx="1600200" cy="329184"/>
            </a:xfrm>
            <a:prstGeom prst="roundRect">
              <a:avLst>
                <a:gd name="adj" fmla="val 16667"/>
              </a:avLst>
            </a:prstGeom>
            <a:solidFill>
              <a:srgbClr val="3A3A3A"/>
            </a:solidFill>
            <a:ln>
              <a:solidFill>
                <a:srgbClr val="3A3A3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POUR-2 / DC-3</a:t>
              </a:r>
              <a:endParaRPr lang="en-US" sz="1200" dirty="0"/>
            </a:p>
          </p:txBody>
        </p:sp>
        <p:sp>
          <p:nvSpPr>
            <p:cNvPr id="9" name="POUR-3 / DC-4 area"/>
            <p:cNvSpPr/>
            <p:nvPr/>
          </p:nvSpPr>
          <p:spPr>
            <a:xfrm>
              <a:off x="8743890" y="945250"/>
              <a:ext cx="1442067" cy="3075558"/>
            </a:xfrm>
            <a:prstGeom prst="rect">
              <a:avLst/>
            </a:prstGeom>
            <a:solidFill>
              <a:srgbClr val="4CD964">
                <a:alpha val="45000"/>
              </a:srgbClr>
            </a:solidFill>
            <a:ln w="31750">
              <a:solidFill>
                <a:srgbClr val="22B822"/>
              </a:solidFill>
              <a:prstDash val="solid"/>
            </a:ln>
          </p:spPr>
        </p:sp>
        <p:sp>
          <p:nvSpPr>
            <p:cNvPr id="10" name="POUR-3 / DC-4 label"/>
            <p:cNvSpPr/>
            <p:nvPr/>
          </p:nvSpPr>
          <p:spPr>
            <a:xfrm>
              <a:off x="8743890" y="375022"/>
              <a:ext cx="1600200" cy="329184"/>
            </a:xfrm>
            <a:prstGeom prst="roundRect">
              <a:avLst>
                <a:gd name="adj" fmla="val 16667"/>
              </a:avLst>
            </a:prstGeom>
            <a:solidFill>
              <a:srgbClr val="3A3A3A"/>
            </a:solidFill>
            <a:ln>
              <a:solidFill>
                <a:srgbClr val="3A3A3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POUR-3 / DC-4</a:t>
              </a:r>
              <a:endParaRPr lang="en-US" sz="1200" dirty="0"/>
            </a:p>
          </p:txBody>
        </p:sp>
        <p:sp>
          <p:nvSpPr>
            <p:cNvPr id="11" name="POUR-5 / DC-2A area"/>
            <p:cNvSpPr/>
            <p:nvPr/>
          </p:nvSpPr>
          <p:spPr>
            <a:xfrm>
              <a:off x="2133355" y="4020808"/>
              <a:ext cx="3802972" cy="1799393"/>
            </a:xfrm>
            <a:prstGeom prst="rect">
              <a:avLst/>
            </a:prstGeom>
            <a:ln w="31750">
              <a:solidFill>
                <a:srgbClr val="22B822"/>
              </a:solidFill>
              <a:prstDash val="solid"/>
            </a:ln>
          </p:spPr>
        </p:sp>
        <p:sp>
          <p:nvSpPr>
            <p:cNvPr id="12" name="POUR-5 / DC-2A label"/>
            <p:cNvSpPr/>
            <p:nvPr/>
          </p:nvSpPr>
          <p:spPr>
            <a:xfrm>
              <a:off x="3234741" y="5911640"/>
              <a:ext cx="1600200" cy="329184"/>
            </a:xfrm>
            <a:prstGeom prst="roundRect">
              <a:avLst>
                <a:gd name="adj" fmla="val 16667"/>
              </a:avLst>
            </a:prstGeom>
            <a:solidFill>
              <a:srgbClr val="3A3A3A"/>
            </a:solidFill>
            <a:ln>
              <a:solidFill>
                <a:srgbClr val="3A3A3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POUR-5 / DC-2A</a:t>
              </a:r>
              <a:endParaRPr lang="en-US" sz="1200" dirty="0"/>
            </a:p>
          </p:txBody>
        </p:sp>
        <p:sp>
          <p:nvSpPr>
            <p:cNvPr id="13" name="POUR-4 / DC-4A area"/>
            <p:cNvSpPr/>
            <p:nvPr/>
          </p:nvSpPr>
          <p:spPr>
            <a:xfrm>
              <a:off x="5936327" y="4020808"/>
              <a:ext cx="4249630" cy="1799393"/>
            </a:xfrm>
            <a:prstGeom prst="rect">
              <a:avLst/>
            </a:prstGeom>
            <a:solidFill>
              <a:srgbClr val="4CD964">
                <a:alpha val="45000"/>
              </a:srgbClr>
            </a:solidFill>
            <a:ln w="31750">
              <a:solidFill>
                <a:srgbClr val="22B822"/>
              </a:solidFill>
              <a:prstDash val="solid"/>
            </a:ln>
          </p:spPr>
        </p:sp>
        <p:sp>
          <p:nvSpPr>
            <p:cNvPr id="14" name="POUR-4 / DC-4A label"/>
            <p:cNvSpPr/>
            <p:nvPr/>
          </p:nvSpPr>
          <p:spPr>
            <a:xfrm>
              <a:off x="7143690" y="5909636"/>
              <a:ext cx="1600200" cy="329184"/>
            </a:xfrm>
            <a:prstGeom prst="roundRect">
              <a:avLst>
                <a:gd name="adj" fmla="val 16667"/>
              </a:avLst>
            </a:prstGeom>
            <a:solidFill>
              <a:srgbClr val="3A3A3A"/>
            </a:solidFill>
            <a:ln>
              <a:solidFill>
                <a:srgbClr val="3A3A3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POUR-4 / DC-4A</a:t>
              </a:r>
              <a:endParaRPr lang="en-US" sz="1200" dirty="0"/>
            </a:p>
          </p:txBody>
        </p:sp>
      </p:grpSp>
      <p:cxnSp>
        <p:nvCxnSpPr>
          <p:cNvPr id="27" name="Bottom separator">
            <a:extLst>
              <a:ext uri="{FF2B5EF4-FFF2-40B4-BE49-F238E27FC236}">
                <a16:creationId xmlns:a16="http://schemas.microsoft.com/office/drawing/2014/main" id="{D7A42134-84A5-4DA8-3EBC-BA583A4AC366}"/>
              </a:ext>
            </a:extLst>
          </p:cNvPr>
          <p:cNvCxnSpPr/>
          <p:nvPr/>
        </p:nvCxnSpPr>
        <p:spPr>
          <a:xfrm>
            <a:off x="101600" y="6756400"/>
            <a:ext cx="11988800" cy="0"/>
          </a:xfrm>
          <a:prstGeom prst="line">
            <a:avLst/>
          </a:prstGeom>
          <a:ln w="15875" cap="rnd">
            <a:solidFill>
              <a:srgbClr val="404040"/>
            </a:solidFill>
            <a:prstDash val="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Slide title">
            <a:extLst>
              <a:ext uri="{FF2B5EF4-FFF2-40B4-BE49-F238E27FC236}">
                <a16:creationId xmlns:a16="http://schemas.microsoft.com/office/drawing/2014/main" id="{EB1F1C79-A577-6A4B-CBA8-FE604881B4FC}"/>
              </a:ext>
            </a:extLst>
          </p:cNvPr>
          <p:cNvSpPr txBox="1"/>
          <p:nvPr/>
        </p:nvSpPr>
        <p:spPr>
          <a:xfrm>
            <a:off x="299220" y="255488"/>
            <a:ext cx="3988108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 b="1" u="sng" dirty="0">
                <a:solidFill>
                  <a:srgbClr val="000000"/>
                </a:solidFill>
                <a:latin typeface="Calibri" panose="020F0502020204030204" pitchFamily="34" charset="0"/>
              </a:rPr>
              <a:t>DC Building – DC 1 to 4A  - Slab RCC – GF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Drawing">
            <a:extLst>
              <a:ext uri="{FF2B5EF4-FFF2-40B4-BE49-F238E27FC236}">
                <a16:creationId xmlns:a16="http://schemas.microsoft.com/office/drawing/2014/main" id="{A36CDBEA-8C52-5AA5-C055-41250BDC69D6}"/>
              </a:ext>
            </a:extLst>
          </p:cNvPr>
          <p:cNvGrpSpPr>
            <a:grpSpLocks noChangeAspect="1"/>
          </p:cNvGrpSpPr>
          <p:nvPr/>
        </p:nvGrpSpPr>
        <p:grpSpPr>
          <a:xfrm>
            <a:off x="399028" y="1270000"/>
            <a:ext cx="9234945" cy="5359400"/>
            <a:chOff x="792328" y="310896"/>
            <a:chExt cx="10607040" cy="6155681"/>
          </a:xfrm>
        </p:grpSpPr>
        <p:pic>
          <p:nvPicPr>
            <p:cNvPr id="2" name="Base drawing" descr="base4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2328" y="731520"/>
              <a:ext cx="10607040" cy="5314433"/>
            </a:xfrm>
            <a:prstGeom prst="rect">
              <a:avLst/>
            </a:prstGeom>
          </p:spPr>
        </p:pic>
        <p:sp>
          <p:nvSpPr>
            <p:cNvPr id="3" name="POUR-2 area"/>
            <p:cNvSpPr/>
            <p:nvPr/>
          </p:nvSpPr>
          <p:spPr>
            <a:xfrm>
              <a:off x="1403433" y="1375363"/>
              <a:ext cx="9668557" cy="4365037"/>
            </a:xfrm>
            <a:custGeom>
              <a:avLst/>
              <a:gdLst/>
              <a:ahLst/>
              <a:cxnLst/>
              <a:rect l="l" t="t" r="r" b="b"/>
              <a:pathLst>
                <a:path w="9668557" h="4365037">
                  <a:moveTo>
                    <a:pt x="0" y="0"/>
                  </a:moveTo>
                  <a:lnTo>
                    <a:pt x="9668557" y="0"/>
                  </a:lnTo>
                  <a:lnTo>
                    <a:pt x="9668557" y="1527763"/>
                  </a:lnTo>
                  <a:lnTo>
                    <a:pt x="2826361" y="1527763"/>
                  </a:lnTo>
                  <a:lnTo>
                    <a:pt x="2826361" y="4365037"/>
                  </a:lnTo>
                  <a:lnTo>
                    <a:pt x="0" y="4365037"/>
                  </a:lnTo>
                  <a:close/>
                </a:path>
              </a:pathLst>
            </a:custGeom>
            <a:ln w="31750">
              <a:solidFill>
                <a:srgbClr val="22B822"/>
              </a:solidFill>
              <a:prstDash val="solid"/>
            </a:ln>
          </p:spPr>
        </p:sp>
        <p:sp>
          <p:nvSpPr>
            <p:cNvPr id="4" name="POUR-1 area"/>
            <p:cNvSpPr/>
            <p:nvPr/>
          </p:nvSpPr>
          <p:spPr>
            <a:xfrm>
              <a:off x="4229794" y="2903126"/>
              <a:ext cx="6842196" cy="2837274"/>
            </a:xfrm>
            <a:prstGeom prst="rect">
              <a:avLst/>
            </a:prstGeom>
            <a:solidFill>
              <a:srgbClr val="4CD964">
                <a:alpha val="45000"/>
              </a:srgbClr>
            </a:solidFill>
            <a:ln w="31750">
              <a:solidFill>
                <a:srgbClr val="22B822"/>
              </a:solidFill>
              <a:prstDash val="solid"/>
            </a:ln>
          </p:spPr>
        </p:sp>
        <p:sp>
          <p:nvSpPr>
            <p:cNvPr id="5" name="POUR-2 label"/>
            <p:cNvSpPr/>
            <p:nvPr/>
          </p:nvSpPr>
          <p:spPr>
            <a:xfrm>
              <a:off x="5437611" y="310896"/>
              <a:ext cx="1600200" cy="329184"/>
            </a:xfrm>
            <a:prstGeom prst="roundRect">
              <a:avLst>
                <a:gd name="adj" fmla="val 16667"/>
              </a:avLst>
            </a:prstGeom>
            <a:solidFill>
              <a:srgbClr val="3A3A3A"/>
            </a:solidFill>
            <a:ln>
              <a:solidFill>
                <a:srgbClr val="3A3A3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POUR-2</a:t>
              </a:r>
              <a:endParaRPr lang="en-US" sz="1200" dirty="0"/>
            </a:p>
          </p:txBody>
        </p:sp>
        <p:sp>
          <p:nvSpPr>
            <p:cNvPr id="6" name="POUR-1 label"/>
            <p:cNvSpPr/>
            <p:nvPr/>
          </p:nvSpPr>
          <p:spPr>
            <a:xfrm>
              <a:off x="6850792" y="6137393"/>
              <a:ext cx="1600200" cy="329184"/>
            </a:xfrm>
            <a:prstGeom prst="roundRect">
              <a:avLst>
                <a:gd name="adj" fmla="val 16667"/>
              </a:avLst>
            </a:prstGeom>
            <a:solidFill>
              <a:srgbClr val="3A3A3A"/>
            </a:solidFill>
            <a:ln>
              <a:solidFill>
                <a:srgbClr val="3A3A3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POUR-1</a:t>
              </a:r>
              <a:endParaRPr lang="en-US" sz="1200" dirty="0"/>
            </a:p>
          </p:txBody>
        </p:sp>
      </p:grpSp>
      <p:cxnSp>
        <p:nvCxnSpPr>
          <p:cNvPr id="19" name="Bottom separator">
            <a:extLst>
              <a:ext uri="{FF2B5EF4-FFF2-40B4-BE49-F238E27FC236}">
                <a16:creationId xmlns:a16="http://schemas.microsoft.com/office/drawing/2014/main" id="{9DCCA21E-4FAC-DBEF-E602-20D7D122FA13}"/>
              </a:ext>
            </a:extLst>
          </p:cNvPr>
          <p:cNvCxnSpPr/>
          <p:nvPr/>
        </p:nvCxnSpPr>
        <p:spPr>
          <a:xfrm>
            <a:off x="101600" y="6756400"/>
            <a:ext cx="11988800" cy="0"/>
          </a:xfrm>
          <a:prstGeom prst="line">
            <a:avLst/>
          </a:prstGeom>
          <a:ln w="15875" cap="rnd">
            <a:solidFill>
              <a:srgbClr val="404040"/>
            </a:solidFill>
            <a:prstDash val="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title">
            <a:extLst>
              <a:ext uri="{FF2B5EF4-FFF2-40B4-BE49-F238E27FC236}">
                <a16:creationId xmlns:a16="http://schemas.microsoft.com/office/drawing/2014/main" id="{2BA8CCB6-530B-8177-D140-D3C1199D51DB}"/>
              </a:ext>
            </a:extLst>
          </p:cNvPr>
          <p:cNvSpPr txBox="1"/>
          <p:nvPr/>
        </p:nvSpPr>
        <p:spPr>
          <a:xfrm>
            <a:off x="299220" y="255488"/>
            <a:ext cx="3988108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 b="1" u="sng" dirty="0">
                <a:solidFill>
                  <a:srgbClr val="000000"/>
                </a:solidFill>
                <a:latin typeface="Calibri" panose="020F0502020204030204" pitchFamily="34" charset="0"/>
              </a:rPr>
              <a:t>GIS – Casting of Slab – 1F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Drawing">
            <a:extLst>
              <a:ext uri="{FF2B5EF4-FFF2-40B4-BE49-F238E27FC236}">
                <a16:creationId xmlns:a16="http://schemas.microsoft.com/office/drawing/2014/main" id="{5E4FFA4E-68B9-9CF4-EB3D-E5A83B9788D1}"/>
              </a:ext>
            </a:extLst>
          </p:cNvPr>
          <p:cNvGrpSpPr>
            <a:grpSpLocks noChangeAspect="1"/>
          </p:cNvGrpSpPr>
          <p:nvPr/>
        </p:nvGrpSpPr>
        <p:grpSpPr>
          <a:xfrm>
            <a:off x="190500" y="2537560"/>
            <a:ext cx="9652000" cy="2824280"/>
            <a:chOff x="380848" y="1756729"/>
            <a:chExt cx="11430000" cy="3344542"/>
          </a:xfrm>
        </p:grpSpPr>
        <p:pic>
          <p:nvPicPr>
            <p:cNvPr id="2" name="Base drawing" descr="base5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0848" y="1756729"/>
              <a:ext cx="11430000" cy="3344542"/>
            </a:xfrm>
            <a:prstGeom prst="rect">
              <a:avLst/>
            </a:prstGeom>
          </p:spPr>
        </p:pic>
        <p:sp>
          <p:nvSpPr>
            <p:cNvPr id="3" name="Beam 1"/>
            <p:cNvSpPr/>
            <p:nvPr/>
          </p:nvSpPr>
          <p:spPr>
            <a:xfrm>
              <a:off x="3139813" y="2612571"/>
              <a:ext cx="1362591" cy="78828"/>
            </a:xfrm>
            <a:prstGeom prst="rect">
              <a:avLst/>
            </a:prstGeom>
            <a:solidFill>
              <a:srgbClr val="91BB89"/>
            </a:solidFill>
            <a:ln w="6350">
              <a:solidFill>
                <a:srgbClr val="2E6B2E"/>
              </a:solidFill>
              <a:prstDash val="solid"/>
            </a:ln>
          </p:spPr>
        </p:sp>
        <p:sp>
          <p:nvSpPr>
            <p:cNvPr id="4" name="Beam 2"/>
            <p:cNvSpPr/>
            <p:nvPr/>
          </p:nvSpPr>
          <p:spPr>
            <a:xfrm>
              <a:off x="5504641" y="2635094"/>
              <a:ext cx="4312995" cy="67567"/>
            </a:xfrm>
            <a:prstGeom prst="rect">
              <a:avLst/>
            </a:prstGeom>
            <a:solidFill>
              <a:srgbClr val="91BB89"/>
            </a:solidFill>
            <a:ln w="6350">
              <a:solidFill>
                <a:srgbClr val="2E6B2E"/>
              </a:solidFill>
              <a:prstDash val="solid"/>
            </a:ln>
          </p:spPr>
        </p:sp>
        <p:sp>
          <p:nvSpPr>
            <p:cNvPr id="5" name="Beam 3"/>
            <p:cNvSpPr/>
            <p:nvPr/>
          </p:nvSpPr>
          <p:spPr>
            <a:xfrm>
              <a:off x="9941508" y="2635094"/>
              <a:ext cx="495488" cy="45044"/>
            </a:xfrm>
            <a:prstGeom prst="rect">
              <a:avLst/>
            </a:prstGeom>
            <a:solidFill>
              <a:srgbClr val="91BB89"/>
            </a:solidFill>
            <a:ln w="6350">
              <a:solidFill>
                <a:srgbClr val="2E6B2E"/>
              </a:solidFill>
              <a:prstDash val="solid"/>
            </a:ln>
          </p:spPr>
        </p:sp>
        <p:sp>
          <p:nvSpPr>
            <p:cNvPr id="6" name="Beam 4"/>
            <p:cNvSpPr/>
            <p:nvPr/>
          </p:nvSpPr>
          <p:spPr>
            <a:xfrm>
              <a:off x="4660059" y="2646355"/>
              <a:ext cx="743232" cy="45044"/>
            </a:xfrm>
            <a:prstGeom prst="rect">
              <a:avLst/>
            </a:prstGeom>
            <a:solidFill>
              <a:srgbClr val="91BB89"/>
            </a:solidFill>
            <a:ln w="6350">
              <a:solidFill>
                <a:srgbClr val="2E6B2E"/>
              </a:solidFill>
              <a:prstDash val="solid"/>
            </a:ln>
          </p:spPr>
        </p:sp>
        <p:sp>
          <p:nvSpPr>
            <p:cNvPr id="7" name="Beam 5"/>
            <p:cNvSpPr/>
            <p:nvPr/>
          </p:nvSpPr>
          <p:spPr>
            <a:xfrm>
              <a:off x="3410079" y="2680138"/>
              <a:ext cx="45044" cy="1261241"/>
            </a:xfrm>
            <a:prstGeom prst="rect">
              <a:avLst/>
            </a:prstGeom>
            <a:solidFill>
              <a:srgbClr val="91BB89"/>
            </a:solidFill>
            <a:ln w="6350">
              <a:solidFill>
                <a:srgbClr val="2E6B2E"/>
              </a:solidFill>
              <a:prstDash val="solid"/>
            </a:ln>
          </p:spPr>
        </p:sp>
        <p:sp>
          <p:nvSpPr>
            <p:cNvPr id="8" name="Beam 6"/>
            <p:cNvSpPr/>
            <p:nvPr/>
          </p:nvSpPr>
          <p:spPr>
            <a:xfrm>
              <a:off x="4536188" y="2680138"/>
              <a:ext cx="90089" cy="1261241"/>
            </a:xfrm>
            <a:prstGeom prst="rect">
              <a:avLst/>
            </a:prstGeom>
            <a:solidFill>
              <a:srgbClr val="91BB89"/>
            </a:solidFill>
            <a:ln w="6350">
              <a:solidFill>
                <a:srgbClr val="2E6B2E"/>
              </a:solidFill>
              <a:prstDash val="solid"/>
            </a:ln>
          </p:spPr>
        </p:sp>
        <p:sp>
          <p:nvSpPr>
            <p:cNvPr id="9" name="Beam 7"/>
            <p:cNvSpPr/>
            <p:nvPr/>
          </p:nvSpPr>
          <p:spPr>
            <a:xfrm>
              <a:off x="5392030" y="2680138"/>
              <a:ext cx="90089" cy="1261241"/>
            </a:xfrm>
            <a:prstGeom prst="rect">
              <a:avLst/>
            </a:prstGeom>
            <a:solidFill>
              <a:srgbClr val="91BB89"/>
            </a:solidFill>
            <a:ln w="6350">
              <a:solidFill>
                <a:srgbClr val="2E6B2E"/>
              </a:solidFill>
              <a:prstDash val="solid"/>
            </a:ln>
          </p:spPr>
        </p:sp>
        <p:sp>
          <p:nvSpPr>
            <p:cNvPr id="10" name="Beam 8"/>
            <p:cNvSpPr/>
            <p:nvPr/>
          </p:nvSpPr>
          <p:spPr>
            <a:xfrm>
              <a:off x="6596966" y="2680138"/>
              <a:ext cx="56305" cy="1542768"/>
            </a:xfrm>
            <a:prstGeom prst="rect">
              <a:avLst/>
            </a:prstGeom>
            <a:solidFill>
              <a:srgbClr val="91BB89"/>
            </a:solidFill>
            <a:ln w="6350">
              <a:solidFill>
                <a:srgbClr val="2E6B2E"/>
              </a:solidFill>
              <a:prstDash val="solid"/>
            </a:ln>
          </p:spPr>
        </p:sp>
        <p:sp>
          <p:nvSpPr>
            <p:cNvPr id="11" name="Beam 9"/>
            <p:cNvSpPr/>
            <p:nvPr/>
          </p:nvSpPr>
          <p:spPr>
            <a:xfrm>
              <a:off x="10493301" y="2680138"/>
              <a:ext cx="56305" cy="1328808"/>
            </a:xfrm>
            <a:prstGeom prst="rect">
              <a:avLst/>
            </a:prstGeom>
            <a:solidFill>
              <a:srgbClr val="91BB89"/>
            </a:solidFill>
            <a:ln w="6350">
              <a:solidFill>
                <a:srgbClr val="2E6B2E"/>
              </a:solidFill>
              <a:prstDash val="solid"/>
            </a:ln>
          </p:spPr>
        </p:sp>
        <p:sp>
          <p:nvSpPr>
            <p:cNvPr id="12" name="Beam 10"/>
            <p:cNvSpPr/>
            <p:nvPr/>
          </p:nvSpPr>
          <p:spPr>
            <a:xfrm>
              <a:off x="5121764" y="2691399"/>
              <a:ext cx="56305" cy="529271"/>
            </a:xfrm>
            <a:prstGeom prst="rect">
              <a:avLst/>
            </a:prstGeom>
            <a:solidFill>
              <a:srgbClr val="91BB89"/>
            </a:solidFill>
            <a:ln w="6350">
              <a:solidFill>
                <a:srgbClr val="2E6B2E"/>
              </a:solidFill>
              <a:prstDash val="solid"/>
            </a:ln>
          </p:spPr>
        </p:sp>
        <p:sp>
          <p:nvSpPr>
            <p:cNvPr id="13" name="Beam 11"/>
            <p:cNvSpPr/>
            <p:nvPr/>
          </p:nvSpPr>
          <p:spPr>
            <a:xfrm>
              <a:off x="9851419" y="2691399"/>
              <a:ext cx="56305" cy="1542768"/>
            </a:xfrm>
            <a:prstGeom prst="rect">
              <a:avLst/>
            </a:prstGeom>
            <a:solidFill>
              <a:srgbClr val="91BB89"/>
            </a:solidFill>
            <a:ln w="6350">
              <a:solidFill>
                <a:srgbClr val="2E6B2E"/>
              </a:solidFill>
              <a:prstDash val="solid"/>
            </a:ln>
          </p:spPr>
        </p:sp>
        <p:sp>
          <p:nvSpPr>
            <p:cNvPr id="14" name="Beam 12"/>
            <p:cNvSpPr/>
            <p:nvPr/>
          </p:nvSpPr>
          <p:spPr>
            <a:xfrm>
              <a:off x="4705104" y="2702660"/>
              <a:ext cx="67567" cy="1238719"/>
            </a:xfrm>
            <a:prstGeom prst="rect">
              <a:avLst/>
            </a:prstGeom>
            <a:solidFill>
              <a:srgbClr val="91BB89"/>
            </a:solidFill>
            <a:ln w="6350">
              <a:solidFill>
                <a:srgbClr val="2E6B2E"/>
              </a:solidFill>
              <a:prstDash val="solid"/>
            </a:ln>
          </p:spPr>
        </p:sp>
        <p:sp>
          <p:nvSpPr>
            <p:cNvPr id="15" name="Beam 13"/>
            <p:cNvSpPr/>
            <p:nvPr/>
          </p:nvSpPr>
          <p:spPr>
            <a:xfrm>
              <a:off x="7711813" y="2713921"/>
              <a:ext cx="67567" cy="1542768"/>
            </a:xfrm>
            <a:prstGeom prst="rect">
              <a:avLst/>
            </a:prstGeom>
            <a:solidFill>
              <a:srgbClr val="91BB89"/>
            </a:solidFill>
            <a:ln w="6350">
              <a:solidFill>
                <a:srgbClr val="2E6B2E"/>
              </a:solidFill>
              <a:prstDash val="solid"/>
            </a:ln>
          </p:spPr>
        </p:sp>
        <p:sp>
          <p:nvSpPr>
            <p:cNvPr id="16" name="Beam 14"/>
            <p:cNvSpPr/>
            <p:nvPr/>
          </p:nvSpPr>
          <p:spPr>
            <a:xfrm>
              <a:off x="8849183" y="2725182"/>
              <a:ext cx="67567" cy="1554030"/>
            </a:xfrm>
            <a:prstGeom prst="rect">
              <a:avLst/>
            </a:prstGeom>
            <a:solidFill>
              <a:srgbClr val="91BB89"/>
            </a:solidFill>
            <a:ln w="6350">
              <a:solidFill>
                <a:srgbClr val="2E6B2E"/>
              </a:solidFill>
              <a:prstDash val="solid"/>
            </a:ln>
          </p:spPr>
        </p:sp>
        <p:sp>
          <p:nvSpPr>
            <p:cNvPr id="17" name="Beam 15"/>
            <p:cNvSpPr/>
            <p:nvPr/>
          </p:nvSpPr>
          <p:spPr>
            <a:xfrm>
              <a:off x="4772670" y="3220670"/>
              <a:ext cx="630621" cy="45044"/>
            </a:xfrm>
            <a:prstGeom prst="rect">
              <a:avLst/>
            </a:prstGeom>
            <a:solidFill>
              <a:srgbClr val="91BB89"/>
            </a:solidFill>
            <a:ln w="6350">
              <a:solidFill>
                <a:srgbClr val="2E6B2E"/>
              </a:solidFill>
              <a:prstDash val="solid"/>
            </a:ln>
          </p:spPr>
        </p:sp>
        <p:sp>
          <p:nvSpPr>
            <p:cNvPr id="18" name="Beam 16"/>
            <p:cNvSpPr/>
            <p:nvPr/>
          </p:nvSpPr>
          <p:spPr>
            <a:xfrm>
              <a:off x="5121764" y="3254453"/>
              <a:ext cx="56305" cy="326571"/>
            </a:xfrm>
            <a:prstGeom prst="rect">
              <a:avLst/>
            </a:prstGeom>
            <a:solidFill>
              <a:srgbClr val="91BB89"/>
            </a:solidFill>
            <a:ln w="6350">
              <a:solidFill>
                <a:srgbClr val="2E6B2E"/>
              </a:solidFill>
              <a:prstDash val="solid"/>
            </a:ln>
          </p:spPr>
        </p:sp>
        <p:sp>
          <p:nvSpPr>
            <p:cNvPr id="19" name="Beam 17"/>
            <p:cNvSpPr/>
            <p:nvPr/>
          </p:nvSpPr>
          <p:spPr>
            <a:xfrm>
              <a:off x="4772670" y="3569764"/>
              <a:ext cx="630621" cy="56305"/>
            </a:xfrm>
            <a:prstGeom prst="rect">
              <a:avLst/>
            </a:prstGeom>
            <a:solidFill>
              <a:srgbClr val="91BB89"/>
            </a:solidFill>
            <a:ln w="6350">
              <a:solidFill>
                <a:srgbClr val="2E6B2E"/>
              </a:solidFill>
              <a:prstDash val="solid"/>
            </a:ln>
          </p:spPr>
        </p:sp>
        <p:sp>
          <p:nvSpPr>
            <p:cNvPr id="20" name="Beam 18"/>
            <p:cNvSpPr/>
            <p:nvPr/>
          </p:nvSpPr>
          <p:spPr>
            <a:xfrm>
              <a:off x="5121764" y="3614808"/>
              <a:ext cx="56305" cy="326571"/>
            </a:xfrm>
            <a:prstGeom prst="rect">
              <a:avLst/>
            </a:prstGeom>
            <a:solidFill>
              <a:srgbClr val="91BB89"/>
            </a:solidFill>
            <a:ln w="6350">
              <a:solidFill>
                <a:srgbClr val="2E6B2E"/>
              </a:solidFill>
              <a:prstDash val="solid"/>
            </a:ln>
          </p:spPr>
        </p:sp>
        <p:sp>
          <p:nvSpPr>
            <p:cNvPr id="21" name="Beam 19"/>
            <p:cNvSpPr/>
            <p:nvPr/>
          </p:nvSpPr>
          <p:spPr>
            <a:xfrm>
              <a:off x="4536188" y="3941379"/>
              <a:ext cx="934670" cy="45044"/>
            </a:xfrm>
            <a:prstGeom prst="rect">
              <a:avLst/>
            </a:prstGeom>
            <a:solidFill>
              <a:srgbClr val="91BB89"/>
            </a:solidFill>
            <a:ln w="6350">
              <a:solidFill>
                <a:srgbClr val="2E6B2E"/>
              </a:solidFill>
              <a:prstDash val="solid"/>
            </a:ln>
          </p:spPr>
        </p:sp>
        <p:sp>
          <p:nvSpPr>
            <p:cNvPr id="22" name="Beam 20"/>
            <p:cNvSpPr/>
            <p:nvPr/>
          </p:nvSpPr>
          <p:spPr>
            <a:xfrm>
              <a:off x="5301941" y="3975163"/>
              <a:ext cx="45044" cy="281527"/>
            </a:xfrm>
            <a:prstGeom prst="rect">
              <a:avLst/>
            </a:prstGeom>
            <a:solidFill>
              <a:srgbClr val="91BB89"/>
            </a:solidFill>
            <a:ln w="6350">
              <a:solidFill>
                <a:srgbClr val="2E6B2E"/>
              </a:solidFill>
              <a:prstDash val="solid"/>
            </a:ln>
          </p:spPr>
        </p:sp>
        <p:sp>
          <p:nvSpPr>
            <p:cNvPr id="23" name="Beam 21"/>
            <p:cNvSpPr/>
            <p:nvPr/>
          </p:nvSpPr>
          <p:spPr>
            <a:xfrm>
              <a:off x="5392030" y="3986424"/>
              <a:ext cx="90089" cy="270266"/>
            </a:xfrm>
            <a:prstGeom prst="rect">
              <a:avLst/>
            </a:prstGeom>
            <a:solidFill>
              <a:srgbClr val="91BB89"/>
            </a:solidFill>
            <a:ln w="6350">
              <a:solidFill>
                <a:srgbClr val="2E6B2E"/>
              </a:solidFill>
              <a:prstDash val="solid"/>
            </a:ln>
          </p:spPr>
        </p:sp>
        <p:sp>
          <p:nvSpPr>
            <p:cNvPr id="24" name="Beam 22"/>
            <p:cNvSpPr/>
            <p:nvPr/>
          </p:nvSpPr>
          <p:spPr>
            <a:xfrm>
              <a:off x="9896463" y="4008946"/>
              <a:ext cx="315310" cy="45044"/>
            </a:xfrm>
            <a:prstGeom prst="rect">
              <a:avLst/>
            </a:prstGeom>
            <a:solidFill>
              <a:srgbClr val="91BB89"/>
            </a:solidFill>
            <a:ln w="6350">
              <a:solidFill>
                <a:srgbClr val="2E6B2E"/>
              </a:solidFill>
              <a:prstDash val="solid"/>
            </a:ln>
          </p:spPr>
        </p:sp>
        <p:sp>
          <p:nvSpPr>
            <p:cNvPr id="25" name="Beam 23"/>
            <p:cNvSpPr/>
            <p:nvPr/>
          </p:nvSpPr>
          <p:spPr>
            <a:xfrm>
              <a:off x="10245557" y="4008946"/>
              <a:ext cx="304049" cy="45044"/>
            </a:xfrm>
            <a:prstGeom prst="rect">
              <a:avLst/>
            </a:prstGeom>
            <a:solidFill>
              <a:srgbClr val="91BB89"/>
            </a:solidFill>
            <a:ln w="6350">
              <a:solidFill>
                <a:srgbClr val="2E6B2E"/>
              </a:solidFill>
              <a:prstDash val="solid"/>
            </a:ln>
          </p:spPr>
        </p:sp>
        <p:sp>
          <p:nvSpPr>
            <p:cNvPr id="26" name="Beam 24"/>
            <p:cNvSpPr/>
            <p:nvPr/>
          </p:nvSpPr>
          <p:spPr>
            <a:xfrm>
              <a:off x="10200513" y="4031468"/>
              <a:ext cx="56305" cy="337833"/>
            </a:xfrm>
            <a:prstGeom prst="rect">
              <a:avLst/>
            </a:prstGeom>
            <a:solidFill>
              <a:srgbClr val="91BB89"/>
            </a:solidFill>
            <a:ln w="6350">
              <a:solidFill>
                <a:srgbClr val="2E6B2E"/>
              </a:solidFill>
              <a:prstDash val="solid"/>
            </a:ln>
          </p:spPr>
        </p:sp>
        <p:sp>
          <p:nvSpPr>
            <p:cNvPr id="27" name="Beam 25"/>
            <p:cNvSpPr/>
            <p:nvPr/>
          </p:nvSpPr>
          <p:spPr>
            <a:xfrm>
              <a:off x="10493301" y="4053990"/>
              <a:ext cx="56305" cy="225222"/>
            </a:xfrm>
            <a:prstGeom prst="rect">
              <a:avLst/>
            </a:prstGeom>
            <a:solidFill>
              <a:srgbClr val="91BB89"/>
            </a:solidFill>
            <a:ln w="6350">
              <a:solidFill>
                <a:srgbClr val="2E6B2E"/>
              </a:solidFill>
              <a:prstDash val="solid"/>
            </a:ln>
          </p:spPr>
        </p:sp>
        <p:sp>
          <p:nvSpPr>
            <p:cNvPr id="28" name="Beam 26"/>
            <p:cNvSpPr/>
            <p:nvPr/>
          </p:nvSpPr>
          <p:spPr>
            <a:xfrm>
              <a:off x="4795192" y="4256690"/>
              <a:ext cx="619360" cy="45044"/>
            </a:xfrm>
            <a:prstGeom prst="rect">
              <a:avLst/>
            </a:prstGeom>
            <a:solidFill>
              <a:srgbClr val="91BB89"/>
            </a:solidFill>
            <a:ln w="6350">
              <a:solidFill>
                <a:srgbClr val="2E6B2E"/>
              </a:solidFill>
              <a:prstDash val="solid"/>
            </a:ln>
          </p:spPr>
        </p:sp>
        <p:sp>
          <p:nvSpPr>
            <p:cNvPr id="29" name="Beam 27"/>
            <p:cNvSpPr/>
            <p:nvPr/>
          </p:nvSpPr>
          <p:spPr>
            <a:xfrm>
              <a:off x="3747912" y="4267951"/>
              <a:ext cx="777015" cy="67567"/>
            </a:xfrm>
            <a:prstGeom prst="rect">
              <a:avLst/>
            </a:prstGeom>
            <a:solidFill>
              <a:srgbClr val="91BB89"/>
            </a:solidFill>
            <a:ln w="6350">
              <a:solidFill>
                <a:srgbClr val="2E6B2E"/>
              </a:solidFill>
              <a:prstDash val="solid"/>
            </a:ln>
          </p:spPr>
        </p:sp>
        <p:sp>
          <p:nvSpPr>
            <p:cNvPr id="30" name="Beam 28"/>
            <p:cNvSpPr/>
            <p:nvPr/>
          </p:nvSpPr>
          <p:spPr>
            <a:xfrm>
              <a:off x="5527163" y="4290473"/>
              <a:ext cx="4290473" cy="45044"/>
            </a:xfrm>
            <a:prstGeom prst="rect">
              <a:avLst/>
            </a:prstGeom>
            <a:solidFill>
              <a:srgbClr val="91BB89"/>
            </a:solidFill>
            <a:ln w="6350">
              <a:solidFill>
                <a:srgbClr val="2E6B2E"/>
              </a:solidFill>
              <a:prstDash val="solid"/>
            </a:ln>
          </p:spPr>
        </p:sp>
        <p:sp>
          <p:nvSpPr>
            <p:cNvPr id="31" name="Beam 29"/>
            <p:cNvSpPr/>
            <p:nvPr/>
          </p:nvSpPr>
          <p:spPr>
            <a:xfrm>
              <a:off x="9941508" y="4324256"/>
              <a:ext cx="270266" cy="45044"/>
            </a:xfrm>
            <a:prstGeom prst="rect">
              <a:avLst/>
            </a:prstGeom>
            <a:solidFill>
              <a:srgbClr val="91BB89"/>
            </a:solidFill>
            <a:ln w="6350">
              <a:solidFill>
                <a:srgbClr val="2E6B2E"/>
              </a:solidFill>
              <a:prstDash val="solid"/>
            </a:ln>
          </p:spPr>
        </p:sp>
        <p:sp>
          <p:nvSpPr>
            <p:cNvPr id="32" name="Beam 30"/>
            <p:cNvSpPr/>
            <p:nvPr/>
          </p:nvSpPr>
          <p:spPr>
            <a:xfrm>
              <a:off x="10245557" y="4324256"/>
              <a:ext cx="191438" cy="45044"/>
            </a:xfrm>
            <a:prstGeom prst="rect">
              <a:avLst/>
            </a:prstGeom>
            <a:solidFill>
              <a:srgbClr val="91BB89"/>
            </a:solidFill>
            <a:ln w="6350">
              <a:solidFill>
                <a:srgbClr val="2E6B2E"/>
              </a:solidFill>
              <a:prstDash val="solid"/>
            </a:ln>
          </p:spPr>
        </p:sp>
      </p:grpSp>
      <p:cxnSp>
        <p:nvCxnSpPr>
          <p:cNvPr id="45" name="Bottom separator">
            <a:extLst>
              <a:ext uri="{FF2B5EF4-FFF2-40B4-BE49-F238E27FC236}">
                <a16:creationId xmlns:a16="http://schemas.microsoft.com/office/drawing/2014/main" id="{5AB72DF0-0383-1614-24B9-D1CDEDD53F47}"/>
              </a:ext>
            </a:extLst>
          </p:cNvPr>
          <p:cNvCxnSpPr/>
          <p:nvPr/>
        </p:nvCxnSpPr>
        <p:spPr>
          <a:xfrm>
            <a:off x="101600" y="6756400"/>
            <a:ext cx="11988800" cy="0"/>
          </a:xfrm>
          <a:prstGeom prst="line">
            <a:avLst/>
          </a:prstGeom>
          <a:ln w="15875" cap="rnd">
            <a:solidFill>
              <a:srgbClr val="404040"/>
            </a:solidFill>
            <a:prstDash val="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Slide title">
            <a:extLst>
              <a:ext uri="{FF2B5EF4-FFF2-40B4-BE49-F238E27FC236}">
                <a16:creationId xmlns:a16="http://schemas.microsoft.com/office/drawing/2014/main" id="{E29EFDA4-E794-D8FE-44EC-C0EFD4F25C49}"/>
              </a:ext>
            </a:extLst>
          </p:cNvPr>
          <p:cNvSpPr txBox="1"/>
          <p:nvPr/>
        </p:nvSpPr>
        <p:spPr>
          <a:xfrm>
            <a:off x="299220" y="255488"/>
            <a:ext cx="3988108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 b="1" u="sng" dirty="0">
                <a:solidFill>
                  <a:srgbClr val="000000"/>
                </a:solidFill>
                <a:latin typeface="Calibri" panose="020F0502020204030204" pitchFamily="34" charset="0"/>
              </a:rPr>
              <a:t>DG – Plinth Beam RCC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Drawing">
            <a:extLst>
              <a:ext uri="{FF2B5EF4-FFF2-40B4-BE49-F238E27FC236}">
                <a16:creationId xmlns:a16="http://schemas.microsoft.com/office/drawing/2014/main" id="{44EB8A39-AEFF-90EB-2B0A-34DB9868A360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97470" y="1270000"/>
            <a:ext cx="9438060" cy="5359400"/>
          </a:xfrm>
          <a:prstGeom prst="rect">
            <a:avLst/>
          </a:prstGeom>
        </p:spPr>
      </p:pic>
      <p:cxnSp>
        <p:nvCxnSpPr>
          <p:cNvPr id="12" name="Bottom separator">
            <a:extLst>
              <a:ext uri="{FF2B5EF4-FFF2-40B4-BE49-F238E27FC236}">
                <a16:creationId xmlns:a16="http://schemas.microsoft.com/office/drawing/2014/main" id="{5204DB68-FE38-B6C6-4685-02076A297E61}"/>
              </a:ext>
            </a:extLst>
          </p:cNvPr>
          <p:cNvCxnSpPr/>
          <p:nvPr/>
        </p:nvCxnSpPr>
        <p:spPr>
          <a:xfrm>
            <a:off x="101600" y="6756400"/>
            <a:ext cx="11988800" cy="0"/>
          </a:xfrm>
          <a:prstGeom prst="line">
            <a:avLst/>
          </a:prstGeom>
          <a:ln w="15875" cap="rnd">
            <a:solidFill>
              <a:srgbClr val="404040"/>
            </a:solidFill>
            <a:prstDash val="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title">
            <a:extLst>
              <a:ext uri="{FF2B5EF4-FFF2-40B4-BE49-F238E27FC236}">
                <a16:creationId xmlns:a16="http://schemas.microsoft.com/office/drawing/2014/main" id="{EAECB00F-A3A9-4C3D-68FE-2987EFCACD21}"/>
              </a:ext>
            </a:extLst>
          </p:cNvPr>
          <p:cNvSpPr txBox="1"/>
          <p:nvPr/>
        </p:nvSpPr>
        <p:spPr>
          <a:xfrm>
            <a:off x="299220" y="255488"/>
            <a:ext cx="3988108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 b="1" u="sng" dirty="0">
                <a:solidFill>
                  <a:srgbClr val="000000"/>
                </a:solidFill>
                <a:latin typeface="Calibri" panose="020F0502020204030204" pitchFamily="34" charset="0"/>
              </a:rPr>
              <a:t>GIS – Column RCC – GF</a:t>
            </a:r>
          </a:p>
        </p:txBody>
      </p:sp>
    </p:spTree>
    <p:extLst>
      <p:ext uri="{BB962C8B-B14F-4D97-AF65-F5344CB8AC3E}">
        <p14:creationId xmlns:p14="http://schemas.microsoft.com/office/powerpoint/2010/main" val="648485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117</Words>
  <Application>Microsoft Office PowerPoint</Application>
  <PresentationFormat>Widescreen</PresentationFormat>
  <Paragraphs>31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Pour / DC Layout</dc:title>
  <dc:subject>PptxGenJS Presentation</dc:subject>
  <dc:creator>PptxGenJS</dc:creator>
  <cp:lastModifiedBy>Daman Upadhya</cp:lastModifiedBy>
  <cp:revision>7</cp:revision>
  <dcterms:created xsi:type="dcterms:W3CDTF">2026-10-19T11:36:56Z</dcterms:created>
  <dcterms:modified xsi:type="dcterms:W3CDTF">2026-10-23T10:22:05Z</dcterms:modified>
</cp:coreProperties>
</file>